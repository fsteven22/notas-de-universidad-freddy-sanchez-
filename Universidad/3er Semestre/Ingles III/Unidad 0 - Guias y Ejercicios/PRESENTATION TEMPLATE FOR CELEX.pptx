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6" r:id="rId2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s-ES_tradnl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73B44-3279-0143-9570-1E584C5A7ED4}" type="datetimeFigureOut">
              <a:rPr lang="es-ES_tradnl" smtClean="0"/>
              <a:t>07/04/2025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01855-1C5B-3741-9175-CD39F99CFDC9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56934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73B44-3279-0143-9570-1E584C5A7ED4}" type="datetimeFigureOut">
              <a:rPr lang="es-ES_tradnl" smtClean="0"/>
              <a:t>07/04/2025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01855-1C5B-3741-9175-CD39F99CFDC9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64340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73B44-3279-0143-9570-1E584C5A7ED4}" type="datetimeFigureOut">
              <a:rPr lang="es-ES_tradnl" smtClean="0"/>
              <a:t>07/04/2025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01855-1C5B-3741-9175-CD39F99CFDC9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34294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73B44-3279-0143-9570-1E584C5A7ED4}" type="datetimeFigureOut">
              <a:rPr lang="es-ES_tradnl" smtClean="0"/>
              <a:t>07/04/2025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01855-1C5B-3741-9175-CD39F99CFDC9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05064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73B44-3279-0143-9570-1E584C5A7ED4}" type="datetimeFigureOut">
              <a:rPr lang="es-ES_tradnl" smtClean="0"/>
              <a:t>07/04/2025</a:t>
            </a:fld>
            <a:endParaRPr lang="es-ES_trad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01855-1C5B-3741-9175-CD39F99CFDC9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80643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73B44-3279-0143-9570-1E584C5A7ED4}" type="datetimeFigureOut">
              <a:rPr lang="es-ES_tradnl" smtClean="0"/>
              <a:t>07/04/2025</a:t>
            </a:fld>
            <a:endParaRPr lang="es-ES_trad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01855-1C5B-3741-9175-CD39F99CFDC9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90576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73B44-3279-0143-9570-1E584C5A7ED4}" type="datetimeFigureOut">
              <a:rPr lang="es-ES_tradnl" smtClean="0"/>
              <a:t>07/04/2025</a:t>
            </a:fld>
            <a:endParaRPr lang="es-ES_trad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01855-1C5B-3741-9175-CD39F99CFDC9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8477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73B44-3279-0143-9570-1E584C5A7ED4}" type="datetimeFigureOut">
              <a:rPr lang="es-ES_tradnl" smtClean="0"/>
              <a:t>07/04/2025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01855-1C5B-3741-9175-CD39F99CFDC9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53222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s-ES_tradnl"/>
              <a:t>Arrastre la imagen al marcador de posición o haga clic en el icono para agregarla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73B44-3279-0143-9570-1E584C5A7ED4}" type="datetimeFigureOut">
              <a:rPr lang="es-ES_tradnl" smtClean="0"/>
              <a:t>07/04/2025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01855-1C5B-3741-9175-CD39F99CFDC9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38036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73B44-3279-0143-9570-1E584C5A7ED4}" type="datetimeFigureOut">
              <a:rPr lang="es-ES_tradnl" smtClean="0"/>
              <a:t>07/04/2025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01855-1C5B-3741-9175-CD39F99CFDC9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83491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73B44-3279-0143-9570-1E584C5A7ED4}" type="datetimeFigureOut">
              <a:rPr lang="es-ES_tradnl" smtClean="0"/>
              <a:t>07/04/2025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01855-1C5B-3741-9175-CD39F99CFDC9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61944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73B44-3279-0143-9570-1E584C5A7ED4}" type="datetimeFigureOut">
              <a:rPr lang="es-ES_tradnl" smtClean="0"/>
              <a:t>07/04/2025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D01855-1C5B-3741-9175-CD39F99CFDC9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193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4F7FD5-E9DA-9348-9FFE-CC6714EB5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AAAB4E-28D9-4F4E-A60A-A2FDC310E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44104807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1_Tema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Carla Del Espiritu Hidalgo Briones</dc:creator>
  <cp:lastModifiedBy>Carla Del Espiritu Hidalgo Briones</cp:lastModifiedBy>
  <cp:revision>1</cp:revision>
  <dcterms:created xsi:type="dcterms:W3CDTF">2025-04-07T21:23:31Z</dcterms:created>
  <dcterms:modified xsi:type="dcterms:W3CDTF">2025-04-07T21:24:02Z</dcterms:modified>
</cp:coreProperties>
</file>