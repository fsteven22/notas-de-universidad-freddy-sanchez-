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2b7163e-7d32-2833-3b48-782f9936de74}">
          <p14:sldIdLst>
            <p14:sldId id="256"/>
            <p14:sldId id="257"/>
          </p14:sldIdLst>
        </p14:section>
        <p14:section name="Problem" id="{96aaa41c-e3ac-70dc-e4e6-89402ca932dd}">
          <p14:sldIdLst>
            <p14:sldId id="258"/>
            <p14:sldId id="259"/>
          </p14:sldIdLst>
        </p14:section>
        <p14:section name="Solutions" id="{0bfdb41c-716e-5ff4-fe66-6e6b6fd3d2f7}">
          <p14:sldIdLst>
            <p14:sldId id="260"/>
            <p14:sldId id="261"/>
          </p14:sldIdLst>
        </p14:section>
        <p14:section name="Conclusion" id="{cdb87341-54a8-3885-23a7-d8396b903260}">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Steven. Today I will talk about living without a phone for one week. First, I will explain the problem. Then, I will give you two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Phones are part of our daily life. We use them to study, talk to our friends, and relax. Now imagine seven days without your phone. Many students think it is easy, but it can be very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that a week without a phone can cause anxiety. It can also make it difficult to manage our academic and social responsibilities.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anxiety. Students can feel stress, fear of missing out, and loneliness. Second, academic life. We can miss classes, deadlines, and online tasks. Third, social life. We cannot contact our friends and family, and we cannot confirm our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solution is to plan ahead. Before the week starts, use a paper planner and write all your deadlines. Set an alarm clock for your classes. Make a to-do list every day. Also, tell your friends and family that you will not have your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second solution is to use other tools. You can use a laptop to check your classes and tasks. You can send emails to your teachers. You can use a landline to call your family. Finally, you can meet your friends face to 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living without a phone for a week is difficult, but it is possible. With a good plan and other tools, we can reduce anxiety, stay organized, and stay connected. Thank you for listening. Do you have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5303520" cy="146304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
        <p:nvSpPr>
          <p:cNvPr id="3" name="Text 0"/>
          <p:cNvSpPr/>
          <p:nvPr>
            <p:ph idx="101" type="body" hasCustomPrompt="1"/>
          </p:nvPr>
        </p:nvSpPr>
        <p:spPr>
          <a:xfrm>
            <a:off x="640080" y="2514600"/>
            <a:ext cx="5303520" cy="1920240"/>
          </a:xfrm>
          <a:prstGeom prst="rect">
            <a:avLst/>
          </a:prstGeom>
          <a:noFill/>
          <a:ln/>
        </p:spPr>
        <p:txBody>
          <a:bodyPr wrap="square" rtlCol="0"/>
          <a:lstStyle>
            <a:lvl1pPr algn="l" indent="0" marL="0">
              <a:buNone/>
              <a:defRPr lang="en-US" sz="1600" dirty="0">
                <a:solidFill>
                  <a:schemeClr val="tx1"/>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640080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3.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731520"/>
            <a:ext cx="5303520" cy="1463040"/>
          </a:xfrm>
          <a:prstGeom prst="rect">
            <a:avLst/>
          </a:prstGeom>
          <a:noFill/>
          <a:ln/>
        </p:spPr>
        <p:txBody>
          <a:bodyPr wrap="square" rtlCol="0" anchor="b"/>
          <a:lstStyle/>
          <a:p>
            <a:pPr algn="l" indent="0" marL="0">
              <a:buNone/>
            </a:pPr>
            <a:r>
              <a:rPr lang="en-US" sz="4400" b="1" dirty="0">
                <a:solidFill>
                  <a:schemeClr val="tx2"/>
                </a:solidFill>
              </a:rPr>
              <a:t>Life Without a Phone</a:t>
            </a:r>
            <a:endParaRPr lang="en-US" sz="4400" dirty="0"/>
          </a:p>
        </p:txBody>
      </p:sp>
      <p:sp>
        <p:nvSpPr>
          <p:cNvPr id="3" name="Text 0"/>
          <p:cNvSpPr/>
          <p:nvPr>
            <p:ph idx="101" type="body" hasCustomPrompt="1"/>
          </p:nvPr>
        </p:nvSpPr>
        <p:spPr>
          <a:xfrm>
            <a:off x="640080" y="2514600"/>
            <a:ext cx="5303520" cy="1920240"/>
          </a:xfrm>
          <a:prstGeom prst="rect">
            <a:avLst/>
          </a:prstGeom>
          <a:noFill/>
          <a:ln/>
        </p:spPr>
        <p:txBody>
          <a:bodyPr wrap="square" rtlCol="0" anchor="t"/>
          <a:lstStyle/>
          <a:p>
            <a:pPr algn="l" indent="0" marL="0">
              <a:spcAft>
                <a:spcPts val="600"/>
              </a:spcAft>
              <a:buNone/>
            </a:pPr>
            <a:r>
              <a:rPr lang="en-US" sz="2000" b="1" dirty="0">
                <a:solidFill>
                  <a:srgbClr val="103569"/>
                </a:solidFill>
              </a:rPr>
              <a:t>Freddy Steven Sanchez Saavedra</a:t>
            </a:r>
            <a:endParaRPr lang="en-US" sz="1600" dirty="0"/>
          </a:p>
          <a:p>
            <a:pPr algn="l" indent="0" marL="0">
              <a:spcAft>
                <a:spcPts val="600"/>
              </a:spcAft>
              <a:buNone/>
            </a:pPr>
            <a:r>
              <a:rPr lang="en-US" sz="1600" dirty="0">
                <a:solidFill>
                  <a:schemeClr val="tx1"/>
                </a:solidFill>
              </a:rPr>
              <a:t>FIEC  |  Ingeniería Computacional</a:t>
            </a:r>
            <a:endParaRPr lang="en-US" sz="1600" dirty="0"/>
          </a:p>
          <a:p>
            <a:pPr algn="l" indent="0" marL="0">
              <a:spcAft>
                <a:spcPts val="600"/>
              </a:spcAft>
              <a:buNone/>
            </a:pPr>
            <a:r>
              <a:rPr lang="en-US" sz="1600" dirty="0">
                <a:solidFill>
                  <a:schemeClr val="tx1"/>
                </a:solidFill>
              </a:rPr>
              <a:t>Facultad de Ingeniería en Electricidad y Computación</a:t>
            </a:r>
            <a:endParaRPr lang="en-US" sz="1600" dirty="0"/>
          </a:p>
          <a:p>
            <a:pPr algn="l" indent="0" marL="0">
              <a:spcAft>
                <a:spcPts val="600"/>
              </a:spcAft>
              <a:buNone/>
            </a:pPr>
            <a:r>
              <a:rPr lang="en-US" sz="1600" dirty="0">
                <a:solidFill>
                  <a:schemeClr val="tx1"/>
                </a:solidFill>
              </a:rPr>
              <a:t>ESPOL  |  English III</a:t>
            </a:r>
            <a:endParaRPr lang="en-US" sz="1600" dirty="0"/>
          </a:p>
          <a:p>
            <a:pPr algn="l" indent="0" marL="0">
              <a:spcAft>
                <a:spcPts val="600"/>
              </a:spcAft>
              <a:buNone/>
            </a:pPr>
            <a:r>
              <a:rPr lang="en-US" sz="1600" i="1" dirty="0">
                <a:solidFill>
                  <a:schemeClr val="tx1"/>
                </a:solidFill>
              </a:rPr>
              <a:t>Midterm Speaking Practice: Problem-Solving Presentation</a:t>
            </a:r>
            <a:endParaRPr lang="en-US" sz="1600" dirty="0"/>
          </a:p>
        </p:txBody>
      </p:sp>
      <p:sp>
        <p:nvSpPr>
          <p:cNvPr id="4" name="Cover circle"/>
          <p:cNvSpPr/>
          <p:nvPr/>
        </p:nvSpPr>
        <p:spPr>
          <a:xfrm>
            <a:off x="6400800" y="1051560"/>
            <a:ext cx="2286000" cy="2286000"/>
          </a:xfrm>
          <a:prstGeom prst="ellipse">
            <a:avLst/>
          </a:prstGeom>
          <a:solidFill>
            <a:schemeClr val="bg2"/>
          </a:solidFill>
          <a:ln w="76200">
            <a:solidFill>
              <a:srgbClr val="FFDE00"/>
            </a:solidFill>
            <a:prstDash val="solid"/>
          </a:ln>
          <a:effectLst>
            <a:outerShdw sx="100000" sy="100000" kx="0" ky="0" algn="bl" rotWithShape="0" blurRad="76200" dist="25400" dir="5400000">
              <a:srgbClr val="000000">
                <a:alpha val="18000"/>
              </a:srgbClr>
            </a:outerShdw>
          </a:effectLst>
        </p:spPr>
      </p:sp>
      <p:pic>
        <p:nvPicPr>
          <p:cNvPr id="5" name="Image 0" descr="Phone">    </p:cNvPr>
          <p:cNvPicPr>
            <a:picLocks noChangeAspect="1"/>
          </p:cNvPicPr>
          <p:nvPr/>
        </p:nvPicPr>
        <p:blipFill>
          <a:blip r:embed="rId1"/>
          <a:stretch>
            <a:fillRect/>
          </a:stretch>
        </p:blipFill>
        <p:spPr>
          <a:xfrm>
            <a:off x="7178040" y="1554480"/>
            <a:ext cx="731520" cy="1280160"/>
          </a:xfrm>
          <a:prstGeom prst="rect">
            <a:avLst/>
          </a:prstGeom>
        </p:spPr>
      </p:pic>
      <p:pic>
        <p:nvPicPr>
          <p:cNvPr id="6" name="Image 1" descr="Banned">    </p:cNvPr>
          <p:cNvPicPr>
            <a:picLocks noChangeAspect="1"/>
          </p:cNvPicPr>
          <p:nvPr/>
        </p:nvPicPr>
        <p:blipFill>
          <a:blip r:embed="rId2"/>
          <a:stretch>
            <a:fillRect/>
          </a:stretch>
        </p:blipFill>
        <p:spPr>
          <a:xfrm>
            <a:off x="6720840" y="1371600"/>
            <a:ext cx="1645920" cy="1645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6400800" cy="731520"/>
          </a:xfrm>
          <a:prstGeom prst="rect">
            <a:avLst/>
          </a:prstGeom>
          <a:noFill/>
          <a:ln/>
        </p:spPr>
        <p:txBody>
          <a:bodyPr wrap="square" rtlCol="0" anchor="ctr"/>
          <a:lstStyle/>
          <a:p>
            <a:pPr algn="l" indent="0" marL="0">
              <a:buNone/>
            </a:pPr>
            <a:r>
              <a:rPr lang="en-US" sz="3200" b="1" dirty="0">
                <a:solidFill>
                  <a:schemeClr val="tx2"/>
                </a:solidFill>
              </a:rPr>
              <a:t>Introduction</a:t>
            </a:r>
            <a:endParaRPr lang="en-US" sz="3200" dirty="0"/>
          </a:p>
        </p:txBody>
      </p:sp>
      <p:sp>
        <p:nvSpPr>
          <p:cNvPr id="3" name="Section tag"/>
          <p:cNvSpPr/>
          <p:nvPr/>
        </p:nvSpPr>
        <p:spPr>
          <a:xfrm>
            <a:off x="7132320" y="411480"/>
            <a:ext cx="1554480" cy="347472"/>
          </a:xfrm>
          <a:prstGeom prst="roundRect">
            <a:avLst>
              <a:gd name="adj" fmla="val 50000"/>
            </a:avLst>
          </a:prstGeom>
          <a:solidFill>
            <a:srgbClr val="FFDE00"/>
          </a:solidFill>
          <a:ln w="12700">
            <a:solidFill>
              <a:srgbClr val="FFDE00"/>
            </a:solidFill>
            <a:prstDash val="solid"/>
          </a:ln>
        </p:spPr>
      </p:sp>
      <p:sp>
        <p:nvSpPr>
          <p:cNvPr id="4" name="Text 2"/>
          <p:cNvSpPr txBox="1"/>
          <p:nvPr/>
        </p:nvSpPr>
        <p:spPr>
          <a:xfrm>
            <a:off x="7132320" y="411480"/>
            <a:ext cx="1554480" cy="347472"/>
          </a:xfrm>
          <a:prstGeom prst="rect">
            <a:avLst/>
          </a:prstGeom>
          <a:noFill/>
          <a:ln/>
        </p:spPr>
        <p:txBody>
          <a:bodyPr wrap="square" lIns="0" tIns="0" rIns="0" bIns="0" rtlCol="0" anchor="ctr"/>
          <a:lstStyle/>
          <a:p>
            <a:pPr algn="ctr" indent="0" marL="0">
              <a:buNone/>
            </a:pPr>
            <a:r>
              <a:rPr lang="en-US" sz="1100" b="1" dirty="0">
                <a:solidFill>
                  <a:schemeClr val="tx2"/>
                </a:solidFill>
              </a:rPr>
              <a:t>INTRODUCTION</a:t>
            </a:r>
            <a:endParaRPr lang="en-US" sz="1100" dirty="0"/>
          </a:p>
        </p:txBody>
      </p:sp>
      <p:sp>
        <p:nvSpPr>
          <p:cNvPr id="5" name="Every day card"/>
          <p:cNvSpPr/>
          <p:nvPr/>
        </p:nvSpPr>
        <p:spPr>
          <a:xfrm>
            <a:off x="640080" y="1188720"/>
            <a:ext cx="2377440" cy="3200400"/>
          </a:xfrm>
          <a:prstGeom prst="roundRect">
            <a:avLst>
              <a:gd name="adj" fmla="val 4615"/>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6" name="Every day circle"/>
          <p:cNvSpPr/>
          <p:nvPr/>
        </p:nvSpPr>
        <p:spPr>
          <a:xfrm>
            <a:off x="1143000" y="1508760"/>
            <a:ext cx="1371600" cy="1371600"/>
          </a:xfrm>
          <a:prstGeom prst="ellipse">
            <a:avLst/>
          </a:prstGeom>
          <a:solidFill>
            <a:schemeClr val="accent4"/>
          </a:solidFill>
          <a:ln w="12700">
            <a:solidFill>
              <a:schemeClr val="accent4"/>
            </a:solidFill>
            <a:prstDash val="solid"/>
          </a:ln>
        </p:spPr>
      </p:sp>
      <p:pic>
        <p:nvPicPr>
          <p:cNvPr id="7" name="Image 0" descr="Every day">    </p:cNvPr>
          <p:cNvPicPr>
            <a:picLocks noChangeAspect="1"/>
          </p:cNvPicPr>
          <p:nvPr/>
        </p:nvPicPr>
        <p:blipFill>
          <a:blip r:embed="rId1"/>
          <a:stretch>
            <a:fillRect/>
          </a:stretch>
        </p:blipFill>
        <p:spPr>
          <a:xfrm>
            <a:off x="1485900" y="1851660"/>
            <a:ext cx="685800" cy="685800"/>
          </a:xfrm>
          <a:prstGeom prst="rect">
            <a:avLst/>
          </a:prstGeom>
        </p:spPr>
      </p:pic>
      <p:sp>
        <p:nvSpPr>
          <p:cNvPr id="8" name="Text 5"/>
          <p:cNvSpPr txBox="1"/>
          <p:nvPr/>
        </p:nvSpPr>
        <p:spPr>
          <a:xfrm>
            <a:off x="731520" y="3200400"/>
            <a:ext cx="2194560" cy="457200"/>
          </a:xfrm>
          <a:prstGeom prst="rect">
            <a:avLst/>
          </a:prstGeom>
          <a:noFill/>
          <a:ln/>
        </p:spPr>
        <p:txBody>
          <a:bodyPr wrap="square" lIns="0" tIns="0" rIns="0" bIns="0" rtlCol="0" anchor="ctr"/>
          <a:lstStyle/>
          <a:p>
            <a:pPr algn="ctr" indent="0" marL="0">
              <a:buNone/>
            </a:pPr>
            <a:r>
              <a:rPr lang="en-US" sz="2400" b="1" dirty="0">
                <a:solidFill>
                  <a:schemeClr val="tx2"/>
                </a:solidFill>
              </a:rPr>
              <a:t>Every day</a:t>
            </a:r>
            <a:endParaRPr lang="en-US" sz="2400" dirty="0"/>
          </a:p>
        </p:txBody>
      </p:sp>
      <p:sp>
        <p:nvSpPr>
          <p:cNvPr id="9" name="Text 6"/>
          <p:cNvSpPr txBox="1"/>
          <p:nvPr/>
        </p:nvSpPr>
        <p:spPr>
          <a:xfrm>
            <a:off x="3017520" y="2560320"/>
            <a:ext cx="457200" cy="45720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10" name="7 days card"/>
          <p:cNvSpPr/>
          <p:nvPr/>
        </p:nvSpPr>
        <p:spPr>
          <a:xfrm>
            <a:off x="3474720" y="1188720"/>
            <a:ext cx="2377440" cy="3200400"/>
          </a:xfrm>
          <a:prstGeom prst="roundRect">
            <a:avLst>
              <a:gd name="adj" fmla="val 4615"/>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1" name="7 days circle"/>
          <p:cNvSpPr/>
          <p:nvPr/>
        </p:nvSpPr>
        <p:spPr>
          <a:xfrm>
            <a:off x="3977640" y="1508760"/>
            <a:ext cx="1371600" cy="1371600"/>
          </a:xfrm>
          <a:prstGeom prst="ellipse">
            <a:avLst/>
          </a:prstGeom>
          <a:solidFill>
            <a:schemeClr val="accent3"/>
          </a:solidFill>
          <a:ln w="12700">
            <a:solidFill>
              <a:schemeClr val="accent3"/>
            </a:solidFill>
            <a:prstDash val="solid"/>
          </a:ln>
        </p:spPr>
      </p:sp>
      <p:pic>
        <p:nvPicPr>
          <p:cNvPr id="12" name="Image 1" descr="7 days">    </p:cNvPr>
          <p:cNvPicPr>
            <a:picLocks noChangeAspect="1"/>
          </p:cNvPicPr>
          <p:nvPr/>
        </p:nvPicPr>
        <p:blipFill>
          <a:blip r:embed="rId2"/>
          <a:stretch>
            <a:fillRect/>
          </a:stretch>
        </p:blipFill>
        <p:spPr>
          <a:xfrm>
            <a:off x="4320540" y="1851660"/>
            <a:ext cx="685800" cy="685800"/>
          </a:xfrm>
          <a:prstGeom prst="rect">
            <a:avLst/>
          </a:prstGeom>
        </p:spPr>
      </p:pic>
      <p:sp>
        <p:nvSpPr>
          <p:cNvPr id="13" name="Text 9"/>
          <p:cNvSpPr txBox="1"/>
          <p:nvPr/>
        </p:nvSpPr>
        <p:spPr>
          <a:xfrm>
            <a:off x="3566160" y="3200400"/>
            <a:ext cx="2194560" cy="457200"/>
          </a:xfrm>
          <a:prstGeom prst="rect">
            <a:avLst/>
          </a:prstGeom>
          <a:noFill/>
          <a:ln/>
        </p:spPr>
        <p:txBody>
          <a:bodyPr wrap="square" lIns="0" tIns="0" rIns="0" bIns="0" rtlCol="0" anchor="ctr"/>
          <a:lstStyle/>
          <a:p>
            <a:pPr algn="ctr" indent="0" marL="0">
              <a:buNone/>
            </a:pPr>
            <a:r>
              <a:rPr lang="en-US" sz="2400" b="1" dirty="0">
                <a:solidFill>
                  <a:schemeClr val="tx2"/>
                </a:solidFill>
              </a:rPr>
              <a:t>7 days</a:t>
            </a:r>
            <a:endParaRPr lang="en-US" sz="2400" dirty="0"/>
          </a:p>
        </p:txBody>
      </p:sp>
      <p:sp>
        <p:nvSpPr>
          <p:cNvPr id="14" name="Text 10"/>
          <p:cNvSpPr txBox="1"/>
          <p:nvPr/>
        </p:nvSpPr>
        <p:spPr>
          <a:xfrm>
            <a:off x="5852160" y="2560320"/>
            <a:ext cx="457200" cy="457200"/>
          </a:xfrm>
          <a:prstGeom prst="rect">
            <a:avLst/>
          </a:prstGeom>
          <a:noFill/>
          <a:ln/>
        </p:spPr>
        <p:txBody>
          <a:bodyPr wrap="square" lIns="0" tIns="0" rIns="0" bIns="0" rtlCol="0" anchor="ctr"/>
          <a:lstStyle/>
          <a:p>
            <a:pPr algn="ctr" indent="0" marL="0">
              <a:buNone/>
            </a:pPr>
            <a:r>
              <a:rPr lang="en-US" sz="2000" dirty="0">
                <a:solidFill>
                  <a:schemeClr val="accent6"/>
                </a:solidFill>
              </a:rPr>
              <a:t>▶</a:t>
            </a:r>
            <a:endParaRPr lang="en-US" sz="2000" dirty="0"/>
          </a:p>
        </p:txBody>
      </p:sp>
      <p:sp>
        <p:nvSpPr>
          <p:cNvPr id="15" name="No phone card"/>
          <p:cNvSpPr/>
          <p:nvPr/>
        </p:nvSpPr>
        <p:spPr>
          <a:xfrm>
            <a:off x="6309360" y="1188720"/>
            <a:ext cx="2377440" cy="3200400"/>
          </a:xfrm>
          <a:prstGeom prst="roundRect">
            <a:avLst>
              <a:gd name="adj" fmla="val 4615"/>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6" name="No phone circle"/>
          <p:cNvSpPr/>
          <p:nvPr/>
        </p:nvSpPr>
        <p:spPr>
          <a:xfrm>
            <a:off x="6812280" y="1508760"/>
            <a:ext cx="1371600" cy="1371600"/>
          </a:xfrm>
          <a:prstGeom prst="ellipse">
            <a:avLst/>
          </a:prstGeom>
          <a:solidFill>
            <a:schemeClr val="accent2"/>
          </a:solidFill>
          <a:ln w="12700">
            <a:solidFill>
              <a:schemeClr val="accent2"/>
            </a:solidFill>
            <a:prstDash val="solid"/>
          </a:ln>
        </p:spPr>
      </p:sp>
      <p:pic>
        <p:nvPicPr>
          <p:cNvPr id="17" name="Image 2" descr="No phone">    </p:cNvPr>
          <p:cNvPicPr>
            <a:picLocks noChangeAspect="1"/>
          </p:cNvPicPr>
          <p:nvPr/>
        </p:nvPicPr>
        <p:blipFill>
          <a:blip r:embed="rId3"/>
          <a:stretch>
            <a:fillRect/>
          </a:stretch>
        </p:blipFill>
        <p:spPr>
          <a:xfrm>
            <a:off x="7155180" y="1851660"/>
            <a:ext cx="685800" cy="685800"/>
          </a:xfrm>
          <a:prstGeom prst="rect">
            <a:avLst/>
          </a:prstGeom>
        </p:spPr>
      </p:pic>
      <p:sp>
        <p:nvSpPr>
          <p:cNvPr id="18" name="Text 13"/>
          <p:cNvSpPr txBox="1"/>
          <p:nvPr/>
        </p:nvSpPr>
        <p:spPr>
          <a:xfrm>
            <a:off x="6400800" y="3200400"/>
            <a:ext cx="2194560" cy="457200"/>
          </a:xfrm>
          <a:prstGeom prst="rect">
            <a:avLst/>
          </a:prstGeom>
          <a:noFill/>
          <a:ln/>
        </p:spPr>
        <p:txBody>
          <a:bodyPr wrap="square" lIns="0" tIns="0" rIns="0" bIns="0" rtlCol="0" anchor="ctr"/>
          <a:lstStyle/>
          <a:p>
            <a:pPr algn="ctr" indent="0" marL="0">
              <a:buNone/>
            </a:pPr>
            <a:r>
              <a:rPr lang="en-US" sz="2400" b="1" dirty="0">
                <a:solidFill>
                  <a:schemeClr val="tx2"/>
                </a:solidFill>
              </a:rPr>
              <a:t>No phone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6400800" cy="731520"/>
          </a:xfrm>
          <a:prstGeom prst="rect">
            <a:avLst/>
          </a:prstGeom>
          <a:noFill/>
          <a:ln/>
        </p:spPr>
        <p:txBody>
          <a:bodyPr wrap="square" rtlCol="0" anchor="ctr"/>
          <a:lstStyle/>
          <a:p>
            <a:pPr algn="l" indent="0" marL="0">
              <a:buNone/>
            </a:pPr>
            <a:r>
              <a:rPr lang="en-US" sz="3200" b="1" dirty="0">
                <a:solidFill>
                  <a:schemeClr val="tx2"/>
                </a:solidFill>
              </a:rPr>
              <a:t>The Problem</a:t>
            </a:r>
            <a:endParaRPr lang="en-US" sz="3200" dirty="0"/>
          </a:p>
        </p:txBody>
      </p:sp>
      <p:sp>
        <p:nvSpPr>
          <p:cNvPr id="3" name="Section tag"/>
          <p:cNvSpPr/>
          <p:nvPr/>
        </p:nvSpPr>
        <p:spPr>
          <a:xfrm>
            <a:off x="7132320" y="411480"/>
            <a:ext cx="1554480" cy="347472"/>
          </a:xfrm>
          <a:prstGeom prst="roundRect">
            <a:avLst>
              <a:gd name="adj" fmla="val 50000"/>
            </a:avLst>
          </a:prstGeom>
          <a:solidFill>
            <a:srgbClr val="FFDE00"/>
          </a:solidFill>
          <a:ln w="12700">
            <a:solidFill>
              <a:srgbClr val="FFDE00"/>
            </a:solidFill>
            <a:prstDash val="solid"/>
          </a:ln>
        </p:spPr>
      </p:sp>
      <p:sp>
        <p:nvSpPr>
          <p:cNvPr id="4" name="Text 2"/>
          <p:cNvSpPr txBox="1"/>
          <p:nvPr/>
        </p:nvSpPr>
        <p:spPr>
          <a:xfrm>
            <a:off x="7132320" y="411480"/>
            <a:ext cx="1554480" cy="347472"/>
          </a:xfrm>
          <a:prstGeom prst="rect">
            <a:avLst/>
          </a:prstGeom>
          <a:noFill/>
          <a:ln/>
        </p:spPr>
        <p:txBody>
          <a:bodyPr wrap="square" lIns="0" tIns="0" rIns="0" bIns="0" rtlCol="0" anchor="ctr"/>
          <a:lstStyle/>
          <a:p>
            <a:pPr algn="ctr" indent="0" marL="0">
              <a:buNone/>
            </a:pPr>
            <a:r>
              <a:rPr lang="en-US" sz="1100" b="1" dirty="0">
                <a:solidFill>
                  <a:schemeClr val="tx2"/>
                </a:solidFill>
              </a:rPr>
              <a:t>PROBLEM</a:t>
            </a:r>
            <a:endParaRPr lang="en-US" sz="1100" dirty="0"/>
          </a:p>
        </p:txBody>
      </p:sp>
      <p:sp>
        <p:nvSpPr>
          <p:cNvPr id="5" name="Anxiety link"/>
          <p:cNvSpPr/>
          <p:nvPr/>
        </p:nvSpPr>
        <p:spPr>
          <a:xfrm flipV="1">
            <a:off x="2651760" y="1828800"/>
            <a:ext cx="2103120" cy="1005840"/>
          </a:xfrm>
          <a:prstGeom prst="line">
            <a:avLst/>
          </a:prstGeom>
          <a:noFill/>
          <a:ln w="38100">
            <a:solidFill>
              <a:schemeClr val="accent6"/>
            </a:solidFill>
            <a:prstDash val="dash"/>
          </a:ln>
        </p:spPr>
      </p:sp>
      <p:sp>
        <p:nvSpPr>
          <p:cNvPr id="6" name="Academic link"/>
          <p:cNvSpPr/>
          <p:nvPr/>
        </p:nvSpPr>
        <p:spPr>
          <a:xfrm>
            <a:off x="2651760" y="2834640"/>
            <a:ext cx="2103120" cy="0"/>
          </a:xfrm>
          <a:prstGeom prst="line">
            <a:avLst/>
          </a:prstGeom>
          <a:noFill/>
          <a:ln w="38100">
            <a:solidFill>
              <a:schemeClr val="accent6"/>
            </a:solidFill>
            <a:prstDash val="dash"/>
          </a:ln>
        </p:spPr>
      </p:sp>
      <p:sp>
        <p:nvSpPr>
          <p:cNvPr id="7" name="Social link"/>
          <p:cNvSpPr/>
          <p:nvPr/>
        </p:nvSpPr>
        <p:spPr>
          <a:xfrm>
            <a:off x="2651760" y="2834640"/>
            <a:ext cx="2103120" cy="1005840"/>
          </a:xfrm>
          <a:prstGeom prst="line">
            <a:avLst/>
          </a:prstGeom>
          <a:noFill/>
          <a:ln w="38100">
            <a:solidFill>
              <a:schemeClr val="accent6"/>
            </a:solidFill>
            <a:prstDash val="dash"/>
          </a:ln>
        </p:spPr>
      </p:sp>
      <p:sp>
        <p:nvSpPr>
          <p:cNvPr id="8" name="Halo"/>
          <p:cNvSpPr/>
          <p:nvPr/>
        </p:nvSpPr>
        <p:spPr>
          <a:xfrm>
            <a:off x="502920" y="1783080"/>
            <a:ext cx="2286000" cy="2286000"/>
          </a:xfrm>
          <a:prstGeom prst="ellipse">
            <a:avLst/>
          </a:prstGeom>
          <a:solidFill>
            <a:srgbClr val="FFDE00">
              <a:alpha val="40000"/>
            </a:srgbClr>
          </a:solidFill>
          <a:ln w="12700">
            <a:solidFill>
              <a:srgbClr val="FFDE00"/>
            </a:solidFill>
            <a:prstDash val="solid"/>
          </a:ln>
        </p:spPr>
      </p:sp>
      <p:sp>
        <p:nvSpPr>
          <p:cNvPr id="9" name="No phone circle"/>
          <p:cNvSpPr/>
          <p:nvPr/>
        </p:nvSpPr>
        <p:spPr>
          <a:xfrm>
            <a:off x="822960" y="2103120"/>
            <a:ext cx="1645920" cy="1645920"/>
          </a:xfrm>
          <a:prstGeom prst="ellipse">
            <a:avLst/>
          </a:prstGeom>
          <a:solidFill>
            <a:schemeClr val="accent3"/>
          </a:solidFill>
          <a:ln w="12700">
            <a:solidFill>
              <a:schemeClr val="accent3"/>
            </a:solidFill>
            <a:prstDash val="solid"/>
          </a:ln>
        </p:spPr>
      </p:sp>
      <p:pic>
        <p:nvPicPr>
          <p:cNvPr id="10" name="Image 0" descr="No phone">    </p:cNvPr>
          <p:cNvPicPr>
            <a:picLocks noChangeAspect="1"/>
          </p:cNvPicPr>
          <p:nvPr/>
        </p:nvPicPr>
        <p:blipFill>
          <a:blip r:embed="rId1"/>
          <a:stretch>
            <a:fillRect/>
          </a:stretch>
        </p:blipFill>
        <p:spPr>
          <a:xfrm>
            <a:off x="1234440" y="2514600"/>
            <a:ext cx="822960" cy="822960"/>
          </a:xfrm>
          <a:prstGeom prst="rect">
            <a:avLst/>
          </a:prstGeom>
        </p:spPr>
      </p:pic>
      <p:sp>
        <p:nvSpPr>
          <p:cNvPr id="11" name="Text 8"/>
          <p:cNvSpPr txBox="1"/>
          <p:nvPr/>
        </p:nvSpPr>
        <p:spPr>
          <a:xfrm>
            <a:off x="822960" y="4069080"/>
            <a:ext cx="1645920" cy="365760"/>
          </a:xfrm>
          <a:prstGeom prst="rect">
            <a:avLst/>
          </a:prstGeom>
          <a:noFill/>
          <a:ln/>
        </p:spPr>
        <p:txBody>
          <a:bodyPr wrap="square" lIns="0" tIns="0" rIns="0" bIns="0" rtlCol="0" anchor="ctr"/>
          <a:lstStyle/>
          <a:p>
            <a:pPr algn="ctr" indent="0" marL="0">
              <a:buNone/>
            </a:pPr>
            <a:r>
              <a:rPr lang="en-US" sz="2000" b="1" dirty="0">
                <a:solidFill>
                  <a:schemeClr val="tx1"/>
                </a:solidFill>
              </a:rPr>
              <a:t>7 days</a:t>
            </a:r>
            <a:endParaRPr lang="en-US" sz="2000" dirty="0"/>
          </a:p>
        </p:txBody>
      </p:sp>
      <p:sp>
        <p:nvSpPr>
          <p:cNvPr id="12" name="Anxiety pill"/>
          <p:cNvSpPr/>
          <p:nvPr/>
        </p:nvSpPr>
        <p:spPr>
          <a:xfrm>
            <a:off x="4754880" y="1417320"/>
            <a:ext cx="3749040" cy="822960"/>
          </a:xfrm>
          <a:prstGeom prst="roundRect">
            <a:avLst>
              <a:gd name="adj" fmla="val 50000"/>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3" name="Anxiety circle"/>
          <p:cNvSpPr/>
          <p:nvPr/>
        </p:nvSpPr>
        <p:spPr>
          <a:xfrm>
            <a:off x="4846320" y="1508760"/>
            <a:ext cx="640080" cy="640080"/>
          </a:xfrm>
          <a:prstGeom prst="ellipse">
            <a:avLst/>
          </a:prstGeom>
          <a:solidFill>
            <a:schemeClr val="accent2"/>
          </a:solidFill>
          <a:ln w="12700">
            <a:solidFill>
              <a:schemeClr val="accent2"/>
            </a:solidFill>
            <a:prstDash val="solid"/>
          </a:ln>
        </p:spPr>
      </p:sp>
      <p:pic>
        <p:nvPicPr>
          <p:cNvPr id="14" name="Image 1" descr="Anxiety">    </p:cNvPr>
          <p:cNvPicPr>
            <a:picLocks noChangeAspect="1"/>
          </p:cNvPicPr>
          <p:nvPr/>
        </p:nvPicPr>
        <p:blipFill>
          <a:blip r:embed="rId2"/>
          <a:stretch>
            <a:fillRect/>
          </a:stretch>
        </p:blipFill>
        <p:spPr>
          <a:xfrm>
            <a:off x="5006340" y="1668780"/>
            <a:ext cx="320040" cy="320040"/>
          </a:xfrm>
          <a:prstGeom prst="rect">
            <a:avLst/>
          </a:prstGeom>
        </p:spPr>
      </p:pic>
      <p:sp>
        <p:nvSpPr>
          <p:cNvPr id="15" name="Text 11"/>
          <p:cNvSpPr txBox="1"/>
          <p:nvPr/>
        </p:nvSpPr>
        <p:spPr>
          <a:xfrm>
            <a:off x="5669280" y="1554480"/>
            <a:ext cx="2743200" cy="457200"/>
          </a:xfrm>
          <a:prstGeom prst="rect">
            <a:avLst/>
          </a:prstGeom>
          <a:noFill/>
          <a:ln/>
        </p:spPr>
        <p:txBody>
          <a:bodyPr wrap="square" lIns="0" tIns="0" rIns="0" bIns="0" rtlCol="0" anchor="ctr"/>
          <a:lstStyle/>
          <a:p>
            <a:pPr algn="l" indent="0" marL="0">
              <a:buNone/>
            </a:pPr>
            <a:r>
              <a:rPr lang="en-US" sz="2600" b="1" dirty="0">
                <a:solidFill>
                  <a:schemeClr val="tx2"/>
                </a:solidFill>
              </a:rPr>
              <a:t>Anxiety</a:t>
            </a:r>
            <a:endParaRPr lang="en-US" sz="2600" dirty="0"/>
          </a:p>
        </p:txBody>
      </p:sp>
      <p:sp>
        <p:nvSpPr>
          <p:cNvPr id="16" name="Academic pill"/>
          <p:cNvSpPr/>
          <p:nvPr/>
        </p:nvSpPr>
        <p:spPr>
          <a:xfrm>
            <a:off x="4754880" y="2423160"/>
            <a:ext cx="3749040" cy="822960"/>
          </a:xfrm>
          <a:prstGeom prst="roundRect">
            <a:avLst>
              <a:gd name="adj" fmla="val 50000"/>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7" name="Academic circle"/>
          <p:cNvSpPr/>
          <p:nvPr/>
        </p:nvSpPr>
        <p:spPr>
          <a:xfrm>
            <a:off x="4846320" y="2514600"/>
            <a:ext cx="640080" cy="640080"/>
          </a:xfrm>
          <a:prstGeom prst="ellipse">
            <a:avLst/>
          </a:prstGeom>
          <a:solidFill>
            <a:schemeClr val="accent5"/>
          </a:solidFill>
          <a:ln w="12700">
            <a:solidFill>
              <a:schemeClr val="accent5"/>
            </a:solidFill>
            <a:prstDash val="solid"/>
          </a:ln>
        </p:spPr>
      </p:sp>
      <p:pic>
        <p:nvPicPr>
          <p:cNvPr id="18" name="Image 2" descr="Academic">    </p:cNvPr>
          <p:cNvPicPr>
            <a:picLocks noChangeAspect="1"/>
          </p:cNvPicPr>
          <p:nvPr/>
        </p:nvPicPr>
        <p:blipFill>
          <a:blip r:embed="rId3"/>
          <a:stretch>
            <a:fillRect/>
          </a:stretch>
        </p:blipFill>
        <p:spPr>
          <a:xfrm>
            <a:off x="5006340" y="2674620"/>
            <a:ext cx="320040" cy="320040"/>
          </a:xfrm>
          <a:prstGeom prst="rect">
            <a:avLst/>
          </a:prstGeom>
        </p:spPr>
      </p:pic>
      <p:sp>
        <p:nvSpPr>
          <p:cNvPr id="19" name="Text 14"/>
          <p:cNvSpPr txBox="1"/>
          <p:nvPr/>
        </p:nvSpPr>
        <p:spPr>
          <a:xfrm>
            <a:off x="5669280" y="2560320"/>
            <a:ext cx="2743200" cy="457200"/>
          </a:xfrm>
          <a:prstGeom prst="rect">
            <a:avLst/>
          </a:prstGeom>
          <a:noFill/>
          <a:ln/>
        </p:spPr>
        <p:txBody>
          <a:bodyPr wrap="square" lIns="0" tIns="0" rIns="0" bIns="0" rtlCol="0" anchor="ctr"/>
          <a:lstStyle/>
          <a:p>
            <a:pPr algn="l" indent="0" marL="0">
              <a:buNone/>
            </a:pPr>
            <a:r>
              <a:rPr lang="en-US" sz="2600" b="1" dirty="0">
                <a:solidFill>
                  <a:schemeClr val="tx2"/>
                </a:solidFill>
              </a:rPr>
              <a:t>Academic</a:t>
            </a:r>
            <a:endParaRPr lang="en-US" sz="2600" dirty="0"/>
          </a:p>
        </p:txBody>
      </p:sp>
      <p:sp>
        <p:nvSpPr>
          <p:cNvPr id="20" name="Social pill"/>
          <p:cNvSpPr/>
          <p:nvPr/>
        </p:nvSpPr>
        <p:spPr>
          <a:xfrm>
            <a:off x="4754880" y="3429000"/>
            <a:ext cx="3749040" cy="822960"/>
          </a:xfrm>
          <a:prstGeom prst="roundRect">
            <a:avLst>
              <a:gd name="adj" fmla="val 50000"/>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21" name="Social circle"/>
          <p:cNvSpPr/>
          <p:nvPr/>
        </p:nvSpPr>
        <p:spPr>
          <a:xfrm>
            <a:off x="4846320" y="3520440"/>
            <a:ext cx="640080" cy="640080"/>
          </a:xfrm>
          <a:prstGeom prst="ellipse">
            <a:avLst/>
          </a:prstGeom>
          <a:solidFill>
            <a:schemeClr val="accent4"/>
          </a:solidFill>
          <a:ln w="12700">
            <a:solidFill>
              <a:schemeClr val="accent4"/>
            </a:solidFill>
            <a:prstDash val="solid"/>
          </a:ln>
        </p:spPr>
      </p:sp>
      <p:pic>
        <p:nvPicPr>
          <p:cNvPr id="22" name="Image 3" descr="Social">    </p:cNvPr>
          <p:cNvPicPr>
            <a:picLocks noChangeAspect="1"/>
          </p:cNvPicPr>
          <p:nvPr/>
        </p:nvPicPr>
        <p:blipFill>
          <a:blip r:embed="rId4"/>
          <a:stretch>
            <a:fillRect/>
          </a:stretch>
        </p:blipFill>
        <p:spPr>
          <a:xfrm>
            <a:off x="5006340" y="3680460"/>
            <a:ext cx="320040" cy="320040"/>
          </a:xfrm>
          <a:prstGeom prst="rect">
            <a:avLst/>
          </a:prstGeom>
        </p:spPr>
      </p:pic>
      <p:sp>
        <p:nvSpPr>
          <p:cNvPr id="23" name="Text 17"/>
          <p:cNvSpPr txBox="1"/>
          <p:nvPr/>
        </p:nvSpPr>
        <p:spPr>
          <a:xfrm>
            <a:off x="5669280" y="3566160"/>
            <a:ext cx="2743200" cy="457200"/>
          </a:xfrm>
          <a:prstGeom prst="rect">
            <a:avLst/>
          </a:prstGeom>
          <a:noFill/>
          <a:ln/>
        </p:spPr>
        <p:txBody>
          <a:bodyPr wrap="square" lIns="0" tIns="0" rIns="0" bIns="0" rtlCol="0" anchor="ctr"/>
          <a:lstStyle/>
          <a:p>
            <a:pPr algn="l" indent="0" marL="0">
              <a:buNone/>
            </a:pPr>
            <a:r>
              <a:rPr lang="en-US" sz="2600" b="1" dirty="0">
                <a:solidFill>
                  <a:schemeClr val="tx2"/>
                </a:solidFill>
              </a:rPr>
              <a:t>Social</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6400800" cy="731520"/>
          </a:xfrm>
          <a:prstGeom prst="rect">
            <a:avLst/>
          </a:prstGeom>
          <a:noFill/>
          <a:ln/>
        </p:spPr>
        <p:txBody>
          <a:bodyPr wrap="square" rtlCol="0" anchor="ctr"/>
          <a:lstStyle/>
          <a:p>
            <a:pPr algn="l" indent="0" marL="0">
              <a:buNone/>
            </a:pPr>
            <a:r>
              <a:rPr lang="en-US" sz="3200" b="1" dirty="0">
                <a:solidFill>
                  <a:schemeClr val="tx2"/>
                </a:solidFill>
              </a:rPr>
              <a:t>The Effects</a:t>
            </a:r>
            <a:endParaRPr lang="en-US" sz="3200" dirty="0"/>
          </a:p>
        </p:txBody>
      </p:sp>
      <p:sp>
        <p:nvSpPr>
          <p:cNvPr id="3" name="Section tag"/>
          <p:cNvSpPr/>
          <p:nvPr/>
        </p:nvSpPr>
        <p:spPr>
          <a:xfrm>
            <a:off x="7132320" y="411480"/>
            <a:ext cx="1554480" cy="347472"/>
          </a:xfrm>
          <a:prstGeom prst="roundRect">
            <a:avLst>
              <a:gd name="adj" fmla="val 50000"/>
            </a:avLst>
          </a:prstGeom>
          <a:solidFill>
            <a:srgbClr val="FFDE00"/>
          </a:solidFill>
          <a:ln w="12700">
            <a:solidFill>
              <a:srgbClr val="FFDE00"/>
            </a:solidFill>
            <a:prstDash val="solid"/>
          </a:ln>
        </p:spPr>
      </p:sp>
      <p:sp>
        <p:nvSpPr>
          <p:cNvPr id="4" name="Text 2"/>
          <p:cNvSpPr txBox="1"/>
          <p:nvPr/>
        </p:nvSpPr>
        <p:spPr>
          <a:xfrm>
            <a:off x="7132320" y="411480"/>
            <a:ext cx="1554480" cy="347472"/>
          </a:xfrm>
          <a:prstGeom prst="rect">
            <a:avLst/>
          </a:prstGeom>
          <a:noFill/>
          <a:ln/>
        </p:spPr>
        <p:txBody>
          <a:bodyPr wrap="square" lIns="0" tIns="0" rIns="0" bIns="0" rtlCol="0" anchor="ctr"/>
          <a:lstStyle/>
          <a:p>
            <a:pPr algn="ctr" indent="0" marL="0">
              <a:buNone/>
            </a:pPr>
            <a:r>
              <a:rPr lang="en-US" sz="1100" b="1" dirty="0">
                <a:solidFill>
                  <a:schemeClr val="tx2"/>
                </a:solidFill>
              </a:rPr>
              <a:t>PROBLEM</a:t>
            </a:r>
            <a:endParaRPr lang="en-US" sz="1100" dirty="0"/>
          </a:p>
        </p:txBody>
      </p:sp>
      <p:sp>
        <p:nvSpPr>
          <p:cNvPr id="5" name="Anxiety card"/>
          <p:cNvSpPr/>
          <p:nvPr/>
        </p:nvSpPr>
        <p:spPr>
          <a:xfrm>
            <a:off x="548640" y="1143000"/>
            <a:ext cx="2560320" cy="3383280"/>
          </a:xfrm>
          <a:prstGeom prst="roundRect">
            <a:avLst>
              <a:gd name="adj" fmla="val 4286"/>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6" name="Text 4"/>
          <p:cNvSpPr txBox="1"/>
          <p:nvPr/>
        </p:nvSpPr>
        <p:spPr>
          <a:xfrm>
            <a:off x="548640" y="1234440"/>
            <a:ext cx="2560320" cy="502920"/>
          </a:xfrm>
          <a:prstGeom prst="rect">
            <a:avLst/>
          </a:prstGeom>
          <a:noFill/>
          <a:ln/>
        </p:spPr>
        <p:txBody>
          <a:bodyPr wrap="square" lIns="0" tIns="0" rIns="0" bIns="0" rtlCol="0" anchor="ctr"/>
          <a:lstStyle/>
          <a:p>
            <a:pPr algn="ctr" indent="0" marL="0">
              <a:buNone/>
            </a:pPr>
            <a:r>
              <a:rPr lang="en-US" sz="2400" b="1" dirty="0">
                <a:solidFill>
                  <a:schemeClr val="tx2"/>
                </a:solidFill>
              </a:rPr>
              <a:t>Anxiety</a:t>
            </a:r>
            <a:endParaRPr lang="en-US" sz="2400" dirty="0"/>
          </a:p>
        </p:txBody>
      </p:sp>
      <p:sp>
        <p:nvSpPr>
          <p:cNvPr id="7" name="Stress row"/>
          <p:cNvSpPr/>
          <p:nvPr/>
        </p:nvSpPr>
        <p:spPr>
          <a:xfrm>
            <a:off x="731520" y="1920240"/>
            <a:ext cx="2194560" cy="713232"/>
          </a:xfrm>
          <a:prstGeom prst="roundRect">
            <a:avLst>
              <a:gd name="adj" fmla="val 50000"/>
            </a:avLst>
          </a:prstGeom>
          <a:solidFill>
            <a:schemeClr val="bg1"/>
          </a:solidFill>
          <a:ln w="9525">
            <a:solidFill>
              <a:srgbClr val="D5DEE8"/>
            </a:solidFill>
            <a:prstDash val="solid"/>
          </a:ln>
        </p:spPr>
      </p:sp>
      <p:sp>
        <p:nvSpPr>
          <p:cNvPr id="8" name="Stress circle"/>
          <p:cNvSpPr/>
          <p:nvPr/>
        </p:nvSpPr>
        <p:spPr>
          <a:xfrm>
            <a:off x="804672" y="1993392"/>
            <a:ext cx="566928" cy="566928"/>
          </a:xfrm>
          <a:prstGeom prst="ellipse">
            <a:avLst/>
          </a:prstGeom>
          <a:solidFill>
            <a:schemeClr val="accent2"/>
          </a:solidFill>
          <a:ln w="12700">
            <a:solidFill>
              <a:schemeClr val="accent2"/>
            </a:solidFill>
            <a:prstDash val="solid"/>
          </a:ln>
        </p:spPr>
      </p:sp>
      <p:pic>
        <p:nvPicPr>
          <p:cNvPr id="9" name="Image 0" descr="Stress">    </p:cNvPr>
          <p:cNvPicPr>
            <a:picLocks noChangeAspect="1"/>
          </p:cNvPicPr>
          <p:nvPr/>
        </p:nvPicPr>
        <p:blipFill>
          <a:blip r:embed="rId1"/>
          <a:stretch>
            <a:fillRect/>
          </a:stretch>
        </p:blipFill>
        <p:spPr>
          <a:xfrm>
            <a:off x="946404" y="2135124"/>
            <a:ext cx="283464" cy="283464"/>
          </a:xfrm>
          <a:prstGeom prst="rect">
            <a:avLst/>
          </a:prstGeom>
        </p:spPr>
      </p:pic>
      <p:sp>
        <p:nvSpPr>
          <p:cNvPr id="10" name="Text 7"/>
          <p:cNvSpPr txBox="1"/>
          <p:nvPr/>
        </p:nvSpPr>
        <p:spPr>
          <a:xfrm>
            <a:off x="1508760" y="199339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Stress</a:t>
            </a:r>
            <a:endParaRPr lang="en-US" sz="1700" dirty="0"/>
          </a:p>
        </p:txBody>
      </p:sp>
      <p:sp>
        <p:nvSpPr>
          <p:cNvPr id="11" name="FOMO row"/>
          <p:cNvSpPr/>
          <p:nvPr/>
        </p:nvSpPr>
        <p:spPr>
          <a:xfrm>
            <a:off x="731520" y="2743200"/>
            <a:ext cx="2194560" cy="713232"/>
          </a:xfrm>
          <a:prstGeom prst="roundRect">
            <a:avLst>
              <a:gd name="adj" fmla="val 50000"/>
            </a:avLst>
          </a:prstGeom>
          <a:solidFill>
            <a:schemeClr val="bg1"/>
          </a:solidFill>
          <a:ln w="9525">
            <a:solidFill>
              <a:srgbClr val="D5DEE8"/>
            </a:solidFill>
            <a:prstDash val="solid"/>
          </a:ln>
        </p:spPr>
      </p:sp>
      <p:sp>
        <p:nvSpPr>
          <p:cNvPr id="12" name="FOMO circle"/>
          <p:cNvSpPr/>
          <p:nvPr/>
        </p:nvSpPr>
        <p:spPr>
          <a:xfrm>
            <a:off x="804672" y="2816352"/>
            <a:ext cx="566928" cy="566928"/>
          </a:xfrm>
          <a:prstGeom prst="ellipse">
            <a:avLst/>
          </a:prstGeom>
          <a:solidFill>
            <a:schemeClr val="accent2"/>
          </a:solidFill>
          <a:ln w="12700">
            <a:solidFill>
              <a:schemeClr val="accent2"/>
            </a:solidFill>
            <a:prstDash val="solid"/>
          </a:ln>
        </p:spPr>
      </p:sp>
      <p:pic>
        <p:nvPicPr>
          <p:cNvPr id="13" name="Image 1" descr="FOMO">    </p:cNvPr>
          <p:cNvPicPr>
            <a:picLocks noChangeAspect="1"/>
          </p:cNvPicPr>
          <p:nvPr/>
        </p:nvPicPr>
        <p:blipFill>
          <a:blip r:embed="rId2"/>
          <a:stretch>
            <a:fillRect/>
          </a:stretch>
        </p:blipFill>
        <p:spPr>
          <a:xfrm>
            <a:off x="946404" y="2958084"/>
            <a:ext cx="283464" cy="283464"/>
          </a:xfrm>
          <a:prstGeom prst="rect">
            <a:avLst/>
          </a:prstGeom>
        </p:spPr>
      </p:pic>
      <p:sp>
        <p:nvSpPr>
          <p:cNvPr id="14" name="Text 10"/>
          <p:cNvSpPr txBox="1"/>
          <p:nvPr/>
        </p:nvSpPr>
        <p:spPr>
          <a:xfrm>
            <a:off x="1508760" y="281635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FOMO</a:t>
            </a:r>
            <a:endParaRPr lang="en-US" sz="1700" dirty="0"/>
          </a:p>
        </p:txBody>
      </p:sp>
      <p:sp>
        <p:nvSpPr>
          <p:cNvPr id="15" name="Loneliness row"/>
          <p:cNvSpPr/>
          <p:nvPr/>
        </p:nvSpPr>
        <p:spPr>
          <a:xfrm>
            <a:off x="731520" y="3566160"/>
            <a:ext cx="2194560" cy="713232"/>
          </a:xfrm>
          <a:prstGeom prst="roundRect">
            <a:avLst>
              <a:gd name="adj" fmla="val 50000"/>
            </a:avLst>
          </a:prstGeom>
          <a:solidFill>
            <a:schemeClr val="bg1"/>
          </a:solidFill>
          <a:ln w="9525">
            <a:solidFill>
              <a:srgbClr val="D5DEE8"/>
            </a:solidFill>
            <a:prstDash val="solid"/>
          </a:ln>
        </p:spPr>
      </p:sp>
      <p:sp>
        <p:nvSpPr>
          <p:cNvPr id="16" name="Loneliness circle"/>
          <p:cNvSpPr/>
          <p:nvPr/>
        </p:nvSpPr>
        <p:spPr>
          <a:xfrm>
            <a:off x="804672" y="3639312"/>
            <a:ext cx="566928" cy="566928"/>
          </a:xfrm>
          <a:prstGeom prst="ellipse">
            <a:avLst/>
          </a:prstGeom>
          <a:solidFill>
            <a:schemeClr val="accent2"/>
          </a:solidFill>
          <a:ln w="12700">
            <a:solidFill>
              <a:schemeClr val="accent2"/>
            </a:solidFill>
            <a:prstDash val="solid"/>
          </a:ln>
        </p:spPr>
      </p:sp>
      <p:pic>
        <p:nvPicPr>
          <p:cNvPr id="17" name="Image 2" descr="Loneliness">    </p:cNvPr>
          <p:cNvPicPr>
            <a:picLocks noChangeAspect="1"/>
          </p:cNvPicPr>
          <p:nvPr/>
        </p:nvPicPr>
        <p:blipFill>
          <a:blip r:embed="rId3"/>
          <a:stretch>
            <a:fillRect/>
          </a:stretch>
        </p:blipFill>
        <p:spPr>
          <a:xfrm>
            <a:off x="946404" y="3781044"/>
            <a:ext cx="283464" cy="283464"/>
          </a:xfrm>
          <a:prstGeom prst="rect">
            <a:avLst/>
          </a:prstGeom>
        </p:spPr>
      </p:pic>
      <p:sp>
        <p:nvSpPr>
          <p:cNvPr id="18" name="Text 13"/>
          <p:cNvSpPr txBox="1"/>
          <p:nvPr/>
        </p:nvSpPr>
        <p:spPr>
          <a:xfrm>
            <a:off x="1508760" y="363931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Loneliness</a:t>
            </a:r>
            <a:endParaRPr lang="en-US" sz="1700" dirty="0"/>
          </a:p>
        </p:txBody>
      </p:sp>
      <p:sp>
        <p:nvSpPr>
          <p:cNvPr id="19" name="Academic card"/>
          <p:cNvSpPr/>
          <p:nvPr/>
        </p:nvSpPr>
        <p:spPr>
          <a:xfrm>
            <a:off x="3383280" y="1143000"/>
            <a:ext cx="2560320" cy="3383280"/>
          </a:xfrm>
          <a:prstGeom prst="roundRect">
            <a:avLst>
              <a:gd name="adj" fmla="val 4286"/>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20" name="Text 15"/>
          <p:cNvSpPr txBox="1"/>
          <p:nvPr/>
        </p:nvSpPr>
        <p:spPr>
          <a:xfrm>
            <a:off x="3383280" y="1234440"/>
            <a:ext cx="2560320" cy="502920"/>
          </a:xfrm>
          <a:prstGeom prst="rect">
            <a:avLst/>
          </a:prstGeom>
          <a:noFill/>
          <a:ln/>
        </p:spPr>
        <p:txBody>
          <a:bodyPr wrap="square" lIns="0" tIns="0" rIns="0" bIns="0" rtlCol="0" anchor="ctr"/>
          <a:lstStyle/>
          <a:p>
            <a:pPr algn="ctr" indent="0" marL="0">
              <a:buNone/>
            </a:pPr>
            <a:r>
              <a:rPr lang="en-US" sz="2400" b="1" dirty="0">
                <a:solidFill>
                  <a:schemeClr val="tx2"/>
                </a:solidFill>
              </a:rPr>
              <a:t>Academic</a:t>
            </a:r>
            <a:endParaRPr lang="en-US" sz="2400" dirty="0"/>
          </a:p>
        </p:txBody>
      </p:sp>
      <p:sp>
        <p:nvSpPr>
          <p:cNvPr id="21" name="Classes row"/>
          <p:cNvSpPr/>
          <p:nvPr/>
        </p:nvSpPr>
        <p:spPr>
          <a:xfrm>
            <a:off x="3566160" y="1920240"/>
            <a:ext cx="2194560" cy="713232"/>
          </a:xfrm>
          <a:prstGeom prst="roundRect">
            <a:avLst>
              <a:gd name="adj" fmla="val 50000"/>
            </a:avLst>
          </a:prstGeom>
          <a:solidFill>
            <a:schemeClr val="bg1"/>
          </a:solidFill>
          <a:ln w="9525">
            <a:solidFill>
              <a:srgbClr val="D5DEE8"/>
            </a:solidFill>
            <a:prstDash val="solid"/>
          </a:ln>
        </p:spPr>
      </p:sp>
      <p:sp>
        <p:nvSpPr>
          <p:cNvPr id="22" name="Classes circle"/>
          <p:cNvSpPr/>
          <p:nvPr/>
        </p:nvSpPr>
        <p:spPr>
          <a:xfrm>
            <a:off x="3639312" y="1993392"/>
            <a:ext cx="566928" cy="566928"/>
          </a:xfrm>
          <a:prstGeom prst="ellipse">
            <a:avLst/>
          </a:prstGeom>
          <a:solidFill>
            <a:schemeClr val="accent5"/>
          </a:solidFill>
          <a:ln w="12700">
            <a:solidFill>
              <a:schemeClr val="accent5"/>
            </a:solidFill>
            <a:prstDash val="solid"/>
          </a:ln>
        </p:spPr>
      </p:sp>
      <p:pic>
        <p:nvPicPr>
          <p:cNvPr id="23" name="Image 3" descr="Classes">    </p:cNvPr>
          <p:cNvPicPr>
            <a:picLocks noChangeAspect="1"/>
          </p:cNvPicPr>
          <p:nvPr/>
        </p:nvPicPr>
        <p:blipFill>
          <a:blip r:embed="rId4"/>
          <a:stretch>
            <a:fillRect/>
          </a:stretch>
        </p:blipFill>
        <p:spPr>
          <a:xfrm>
            <a:off x="3781044" y="2135124"/>
            <a:ext cx="283464" cy="283464"/>
          </a:xfrm>
          <a:prstGeom prst="rect">
            <a:avLst/>
          </a:prstGeom>
        </p:spPr>
      </p:pic>
      <p:sp>
        <p:nvSpPr>
          <p:cNvPr id="24" name="Text 18"/>
          <p:cNvSpPr txBox="1"/>
          <p:nvPr/>
        </p:nvSpPr>
        <p:spPr>
          <a:xfrm>
            <a:off x="4343400" y="199339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Classes</a:t>
            </a:r>
            <a:endParaRPr lang="en-US" sz="1700" dirty="0"/>
          </a:p>
        </p:txBody>
      </p:sp>
      <p:sp>
        <p:nvSpPr>
          <p:cNvPr id="25" name="Deadlines row"/>
          <p:cNvSpPr/>
          <p:nvPr/>
        </p:nvSpPr>
        <p:spPr>
          <a:xfrm>
            <a:off x="3566160" y="2743200"/>
            <a:ext cx="2194560" cy="713232"/>
          </a:xfrm>
          <a:prstGeom prst="roundRect">
            <a:avLst>
              <a:gd name="adj" fmla="val 50000"/>
            </a:avLst>
          </a:prstGeom>
          <a:solidFill>
            <a:schemeClr val="bg1"/>
          </a:solidFill>
          <a:ln w="9525">
            <a:solidFill>
              <a:srgbClr val="D5DEE8"/>
            </a:solidFill>
            <a:prstDash val="solid"/>
          </a:ln>
        </p:spPr>
      </p:sp>
      <p:sp>
        <p:nvSpPr>
          <p:cNvPr id="26" name="Deadlines circle"/>
          <p:cNvSpPr/>
          <p:nvPr/>
        </p:nvSpPr>
        <p:spPr>
          <a:xfrm>
            <a:off x="3639312" y="2816352"/>
            <a:ext cx="566928" cy="566928"/>
          </a:xfrm>
          <a:prstGeom prst="ellipse">
            <a:avLst/>
          </a:prstGeom>
          <a:solidFill>
            <a:schemeClr val="accent5"/>
          </a:solidFill>
          <a:ln w="12700">
            <a:solidFill>
              <a:schemeClr val="accent5"/>
            </a:solidFill>
            <a:prstDash val="solid"/>
          </a:ln>
        </p:spPr>
      </p:sp>
      <p:pic>
        <p:nvPicPr>
          <p:cNvPr id="27" name="Image 4" descr="Deadlines">    </p:cNvPr>
          <p:cNvPicPr>
            <a:picLocks noChangeAspect="1"/>
          </p:cNvPicPr>
          <p:nvPr/>
        </p:nvPicPr>
        <p:blipFill>
          <a:blip r:embed="rId5"/>
          <a:stretch>
            <a:fillRect/>
          </a:stretch>
        </p:blipFill>
        <p:spPr>
          <a:xfrm>
            <a:off x="3781044" y="2958084"/>
            <a:ext cx="283464" cy="283464"/>
          </a:xfrm>
          <a:prstGeom prst="rect">
            <a:avLst/>
          </a:prstGeom>
        </p:spPr>
      </p:pic>
      <p:sp>
        <p:nvSpPr>
          <p:cNvPr id="28" name="Text 21"/>
          <p:cNvSpPr txBox="1"/>
          <p:nvPr/>
        </p:nvSpPr>
        <p:spPr>
          <a:xfrm>
            <a:off x="4343400" y="281635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Deadlines</a:t>
            </a:r>
            <a:endParaRPr lang="en-US" sz="1700" dirty="0"/>
          </a:p>
        </p:txBody>
      </p:sp>
      <p:sp>
        <p:nvSpPr>
          <p:cNvPr id="29" name="Online tasks row"/>
          <p:cNvSpPr/>
          <p:nvPr/>
        </p:nvSpPr>
        <p:spPr>
          <a:xfrm>
            <a:off x="3566160" y="3566160"/>
            <a:ext cx="2194560" cy="713232"/>
          </a:xfrm>
          <a:prstGeom prst="roundRect">
            <a:avLst>
              <a:gd name="adj" fmla="val 50000"/>
            </a:avLst>
          </a:prstGeom>
          <a:solidFill>
            <a:schemeClr val="bg1"/>
          </a:solidFill>
          <a:ln w="9525">
            <a:solidFill>
              <a:srgbClr val="D5DEE8"/>
            </a:solidFill>
            <a:prstDash val="solid"/>
          </a:ln>
        </p:spPr>
      </p:sp>
      <p:sp>
        <p:nvSpPr>
          <p:cNvPr id="30" name="Online tasks circle"/>
          <p:cNvSpPr/>
          <p:nvPr/>
        </p:nvSpPr>
        <p:spPr>
          <a:xfrm>
            <a:off x="3639312" y="3639312"/>
            <a:ext cx="566928" cy="566928"/>
          </a:xfrm>
          <a:prstGeom prst="ellipse">
            <a:avLst/>
          </a:prstGeom>
          <a:solidFill>
            <a:schemeClr val="accent5"/>
          </a:solidFill>
          <a:ln w="12700">
            <a:solidFill>
              <a:schemeClr val="accent5"/>
            </a:solidFill>
            <a:prstDash val="solid"/>
          </a:ln>
        </p:spPr>
      </p:sp>
      <p:pic>
        <p:nvPicPr>
          <p:cNvPr id="31" name="Image 5" descr="Online tasks">    </p:cNvPr>
          <p:cNvPicPr>
            <a:picLocks noChangeAspect="1"/>
          </p:cNvPicPr>
          <p:nvPr/>
        </p:nvPicPr>
        <p:blipFill>
          <a:blip r:embed="rId6"/>
          <a:stretch>
            <a:fillRect/>
          </a:stretch>
        </p:blipFill>
        <p:spPr>
          <a:xfrm>
            <a:off x="3781044" y="3781044"/>
            <a:ext cx="283464" cy="283464"/>
          </a:xfrm>
          <a:prstGeom prst="rect">
            <a:avLst/>
          </a:prstGeom>
        </p:spPr>
      </p:pic>
      <p:sp>
        <p:nvSpPr>
          <p:cNvPr id="32" name="Text 24"/>
          <p:cNvSpPr txBox="1"/>
          <p:nvPr/>
        </p:nvSpPr>
        <p:spPr>
          <a:xfrm>
            <a:off x="4343400" y="363931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Online tasks</a:t>
            </a:r>
            <a:endParaRPr lang="en-US" sz="1700" dirty="0"/>
          </a:p>
        </p:txBody>
      </p:sp>
      <p:sp>
        <p:nvSpPr>
          <p:cNvPr id="33" name="Social card"/>
          <p:cNvSpPr/>
          <p:nvPr/>
        </p:nvSpPr>
        <p:spPr>
          <a:xfrm>
            <a:off x="6217920" y="1143000"/>
            <a:ext cx="2560320" cy="3383280"/>
          </a:xfrm>
          <a:prstGeom prst="roundRect">
            <a:avLst>
              <a:gd name="adj" fmla="val 4286"/>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34" name="Text 26"/>
          <p:cNvSpPr txBox="1"/>
          <p:nvPr/>
        </p:nvSpPr>
        <p:spPr>
          <a:xfrm>
            <a:off x="6217920" y="1234440"/>
            <a:ext cx="2560320" cy="502920"/>
          </a:xfrm>
          <a:prstGeom prst="rect">
            <a:avLst/>
          </a:prstGeom>
          <a:noFill/>
          <a:ln/>
        </p:spPr>
        <p:txBody>
          <a:bodyPr wrap="square" lIns="0" tIns="0" rIns="0" bIns="0" rtlCol="0" anchor="ctr"/>
          <a:lstStyle/>
          <a:p>
            <a:pPr algn="ctr" indent="0" marL="0">
              <a:buNone/>
            </a:pPr>
            <a:r>
              <a:rPr lang="en-US" sz="2400" b="1" dirty="0">
                <a:solidFill>
                  <a:schemeClr val="tx2"/>
                </a:solidFill>
              </a:rPr>
              <a:t>Social</a:t>
            </a:r>
            <a:endParaRPr lang="en-US" sz="2400" dirty="0"/>
          </a:p>
        </p:txBody>
      </p:sp>
      <p:sp>
        <p:nvSpPr>
          <p:cNvPr id="35" name="Friends row"/>
          <p:cNvSpPr/>
          <p:nvPr/>
        </p:nvSpPr>
        <p:spPr>
          <a:xfrm>
            <a:off x="6400800" y="1920240"/>
            <a:ext cx="2194560" cy="713232"/>
          </a:xfrm>
          <a:prstGeom prst="roundRect">
            <a:avLst>
              <a:gd name="adj" fmla="val 50000"/>
            </a:avLst>
          </a:prstGeom>
          <a:solidFill>
            <a:schemeClr val="bg1"/>
          </a:solidFill>
          <a:ln w="9525">
            <a:solidFill>
              <a:srgbClr val="D5DEE8"/>
            </a:solidFill>
            <a:prstDash val="solid"/>
          </a:ln>
        </p:spPr>
      </p:sp>
      <p:sp>
        <p:nvSpPr>
          <p:cNvPr id="36" name="Friends circle"/>
          <p:cNvSpPr/>
          <p:nvPr/>
        </p:nvSpPr>
        <p:spPr>
          <a:xfrm>
            <a:off x="6473952" y="1993392"/>
            <a:ext cx="566928" cy="566928"/>
          </a:xfrm>
          <a:prstGeom prst="ellipse">
            <a:avLst/>
          </a:prstGeom>
          <a:solidFill>
            <a:schemeClr val="accent4"/>
          </a:solidFill>
          <a:ln w="12700">
            <a:solidFill>
              <a:schemeClr val="accent4"/>
            </a:solidFill>
            <a:prstDash val="solid"/>
          </a:ln>
        </p:spPr>
      </p:sp>
      <p:pic>
        <p:nvPicPr>
          <p:cNvPr id="37" name="Image 6" descr="Friends">    </p:cNvPr>
          <p:cNvPicPr>
            <a:picLocks noChangeAspect="1"/>
          </p:cNvPicPr>
          <p:nvPr/>
        </p:nvPicPr>
        <p:blipFill>
          <a:blip r:embed="rId7"/>
          <a:stretch>
            <a:fillRect/>
          </a:stretch>
        </p:blipFill>
        <p:spPr>
          <a:xfrm>
            <a:off x="6615684" y="2135124"/>
            <a:ext cx="283464" cy="283464"/>
          </a:xfrm>
          <a:prstGeom prst="rect">
            <a:avLst/>
          </a:prstGeom>
        </p:spPr>
      </p:pic>
      <p:sp>
        <p:nvSpPr>
          <p:cNvPr id="38" name="Text 29"/>
          <p:cNvSpPr txBox="1"/>
          <p:nvPr/>
        </p:nvSpPr>
        <p:spPr>
          <a:xfrm>
            <a:off x="7178040" y="199339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Friends</a:t>
            </a:r>
            <a:endParaRPr lang="en-US" sz="1700" dirty="0"/>
          </a:p>
        </p:txBody>
      </p:sp>
      <p:sp>
        <p:nvSpPr>
          <p:cNvPr id="39" name="Family row"/>
          <p:cNvSpPr/>
          <p:nvPr/>
        </p:nvSpPr>
        <p:spPr>
          <a:xfrm>
            <a:off x="6400800" y="2743200"/>
            <a:ext cx="2194560" cy="713232"/>
          </a:xfrm>
          <a:prstGeom prst="roundRect">
            <a:avLst>
              <a:gd name="adj" fmla="val 50000"/>
            </a:avLst>
          </a:prstGeom>
          <a:solidFill>
            <a:schemeClr val="bg1"/>
          </a:solidFill>
          <a:ln w="9525">
            <a:solidFill>
              <a:srgbClr val="D5DEE8"/>
            </a:solidFill>
            <a:prstDash val="solid"/>
          </a:ln>
        </p:spPr>
      </p:sp>
      <p:sp>
        <p:nvSpPr>
          <p:cNvPr id="40" name="Family circle"/>
          <p:cNvSpPr/>
          <p:nvPr/>
        </p:nvSpPr>
        <p:spPr>
          <a:xfrm>
            <a:off x="6473952" y="2816352"/>
            <a:ext cx="566928" cy="566928"/>
          </a:xfrm>
          <a:prstGeom prst="ellipse">
            <a:avLst/>
          </a:prstGeom>
          <a:solidFill>
            <a:schemeClr val="accent4"/>
          </a:solidFill>
          <a:ln w="12700">
            <a:solidFill>
              <a:schemeClr val="accent4"/>
            </a:solidFill>
            <a:prstDash val="solid"/>
          </a:ln>
        </p:spPr>
      </p:sp>
      <p:pic>
        <p:nvPicPr>
          <p:cNvPr id="41" name="Image 7" descr="Family">    </p:cNvPr>
          <p:cNvPicPr>
            <a:picLocks noChangeAspect="1"/>
          </p:cNvPicPr>
          <p:nvPr/>
        </p:nvPicPr>
        <p:blipFill>
          <a:blip r:embed="rId8"/>
          <a:stretch>
            <a:fillRect/>
          </a:stretch>
        </p:blipFill>
        <p:spPr>
          <a:xfrm>
            <a:off x="6615684" y="2958084"/>
            <a:ext cx="283464" cy="283464"/>
          </a:xfrm>
          <a:prstGeom prst="rect">
            <a:avLst/>
          </a:prstGeom>
        </p:spPr>
      </p:pic>
      <p:sp>
        <p:nvSpPr>
          <p:cNvPr id="42" name="Text 32"/>
          <p:cNvSpPr txBox="1"/>
          <p:nvPr/>
        </p:nvSpPr>
        <p:spPr>
          <a:xfrm>
            <a:off x="7178040" y="281635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Family</a:t>
            </a:r>
            <a:endParaRPr lang="en-US" sz="1700" dirty="0"/>
          </a:p>
        </p:txBody>
      </p:sp>
      <p:sp>
        <p:nvSpPr>
          <p:cNvPr id="43" name="Plans row"/>
          <p:cNvSpPr/>
          <p:nvPr/>
        </p:nvSpPr>
        <p:spPr>
          <a:xfrm>
            <a:off x="6400800" y="3566160"/>
            <a:ext cx="2194560" cy="713232"/>
          </a:xfrm>
          <a:prstGeom prst="roundRect">
            <a:avLst>
              <a:gd name="adj" fmla="val 50000"/>
            </a:avLst>
          </a:prstGeom>
          <a:solidFill>
            <a:schemeClr val="bg1"/>
          </a:solidFill>
          <a:ln w="9525">
            <a:solidFill>
              <a:srgbClr val="D5DEE8"/>
            </a:solidFill>
            <a:prstDash val="solid"/>
          </a:ln>
        </p:spPr>
      </p:sp>
      <p:sp>
        <p:nvSpPr>
          <p:cNvPr id="44" name="Plans circle"/>
          <p:cNvSpPr/>
          <p:nvPr/>
        </p:nvSpPr>
        <p:spPr>
          <a:xfrm>
            <a:off x="6473952" y="3639312"/>
            <a:ext cx="566928" cy="566928"/>
          </a:xfrm>
          <a:prstGeom prst="ellipse">
            <a:avLst/>
          </a:prstGeom>
          <a:solidFill>
            <a:schemeClr val="accent4"/>
          </a:solidFill>
          <a:ln w="12700">
            <a:solidFill>
              <a:schemeClr val="accent4"/>
            </a:solidFill>
            <a:prstDash val="solid"/>
          </a:ln>
        </p:spPr>
      </p:sp>
      <p:pic>
        <p:nvPicPr>
          <p:cNvPr id="45" name="Image 8" descr="Plans">    </p:cNvPr>
          <p:cNvPicPr>
            <a:picLocks noChangeAspect="1"/>
          </p:cNvPicPr>
          <p:nvPr/>
        </p:nvPicPr>
        <p:blipFill>
          <a:blip r:embed="rId9"/>
          <a:stretch>
            <a:fillRect/>
          </a:stretch>
        </p:blipFill>
        <p:spPr>
          <a:xfrm>
            <a:off x="6615684" y="3781044"/>
            <a:ext cx="283464" cy="283464"/>
          </a:xfrm>
          <a:prstGeom prst="rect">
            <a:avLst/>
          </a:prstGeom>
        </p:spPr>
      </p:pic>
      <p:sp>
        <p:nvSpPr>
          <p:cNvPr id="46" name="Text 35"/>
          <p:cNvSpPr txBox="1"/>
          <p:nvPr/>
        </p:nvSpPr>
        <p:spPr>
          <a:xfrm>
            <a:off x="7178040" y="3639312"/>
            <a:ext cx="1371600" cy="566928"/>
          </a:xfrm>
          <a:prstGeom prst="rect">
            <a:avLst/>
          </a:prstGeom>
          <a:noFill/>
          <a:ln/>
        </p:spPr>
        <p:txBody>
          <a:bodyPr wrap="square" lIns="0" tIns="0" rIns="0" bIns="0" rtlCol="0" anchor="ctr"/>
          <a:lstStyle/>
          <a:p>
            <a:pPr algn="l" indent="0" marL="0">
              <a:buNone/>
            </a:pPr>
            <a:r>
              <a:rPr lang="en-US" sz="1700" b="1" dirty="0">
                <a:solidFill>
                  <a:schemeClr val="tx1"/>
                </a:solidFill>
              </a:rPr>
              <a:t>Plans</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6400800" cy="731520"/>
          </a:xfrm>
          <a:prstGeom prst="rect">
            <a:avLst/>
          </a:prstGeom>
          <a:noFill/>
          <a:ln/>
        </p:spPr>
        <p:txBody>
          <a:bodyPr wrap="square" rtlCol="0" anchor="ctr"/>
          <a:lstStyle/>
          <a:p>
            <a:pPr algn="l" indent="0" marL="0">
              <a:buNone/>
            </a:pPr>
            <a:r>
              <a:rPr lang="en-US" sz="3200" b="1" dirty="0">
                <a:solidFill>
                  <a:schemeClr val="tx2"/>
                </a:solidFill>
              </a:rPr>
              <a:t>Solution 1: Plan Ahead</a:t>
            </a:r>
            <a:endParaRPr lang="en-US" sz="3200" dirty="0"/>
          </a:p>
        </p:txBody>
      </p:sp>
      <p:sp>
        <p:nvSpPr>
          <p:cNvPr id="3" name="Section tag"/>
          <p:cNvSpPr/>
          <p:nvPr/>
        </p:nvSpPr>
        <p:spPr>
          <a:xfrm>
            <a:off x="7132320" y="411480"/>
            <a:ext cx="1554480" cy="347472"/>
          </a:xfrm>
          <a:prstGeom prst="roundRect">
            <a:avLst>
              <a:gd name="adj" fmla="val 50000"/>
            </a:avLst>
          </a:prstGeom>
          <a:solidFill>
            <a:srgbClr val="FFDE00"/>
          </a:solidFill>
          <a:ln w="12700">
            <a:solidFill>
              <a:srgbClr val="FFDE00"/>
            </a:solidFill>
            <a:prstDash val="solid"/>
          </a:ln>
        </p:spPr>
      </p:sp>
      <p:sp>
        <p:nvSpPr>
          <p:cNvPr id="4" name="Text 2"/>
          <p:cNvSpPr txBox="1"/>
          <p:nvPr/>
        </p:nvSpPr>
        <p:spPr>
          <a:xfrm>
            <a:off x="7132320" y="411480"/>
            <a:ext cx="1554480" cy="347472"/>
          </a:xfrm>
          <a:prstGeom prst="rect">
            <a:avLst/>
          </a:prstGeom>
          <a:noFill/>
          <a:ln/>
        </p:spPr>
        <p:txBody>
          <a:bodyPr wrap="square" lIns="0" tIns="0" rIns="0" bIns="0" rtlCol="0" anchor="ctr"/>
          <a:lstStyle/>
          <a:p>
            <a:pPr algn="ctr" indent="0" marL="0">
              <a:buNone/>
            </a:pPr>
            <a:r>
              <a:rPr lang="en-US" sz="1100" b="1" dirty="0">
                <a:solidFill>
                  <a:schemeClr val="tx2"/>
                </a:solidFill>
              </a:rPr>
              <a:t>SOLUTION 1</a:t>
            </a:r>
            <a:endParaRPr lang="en-US" sz="1100" dirty="0"/>
          </a:p>
        </p:txBody>
      </p:sp>
      <p:sp>
        <p:nvSpPr>
          <p:cNvPr id="5" name="Planner card"/>
          <p:cNvSpPr/>
          <p:nvPr/>
        </p:nvSpPr>
        <p:spPr>
          <a:xfrm>
            <a:off x="50292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6" name="Step 1"/>
          <p:cNvSpPr/>
          <p:nvPr/>
        </p:nvSpPr>
        <p:spPr>
          <a:xfrm>
            <a:off x="612648" y="1298448"/>
            <a:ext cx="365760" cy="365760"/>
          </a:xfrm>
          <a:prstGeom prst="ellipse">
            <a:avLst/>
          </a:prstGeom>
          <a:solidFill>
            <a:schemeClr val="tx2"/>
          </a:solidFill>
          <a:ln w="12700">
            <a:solidFill>
              <a:schemeClr val="tx2"/>
            </a:solidFill>
            <a:prstDash val="solid"/>
          </a:ln>
        </p:spPr>
      </p:sp>
      <p:sp>
        <p:nvSpPr>
          <p:cNvPr id="7" name="Text 5"/>
          <p:cNvSpPr txBox="1"/>
          <p:nvPr/>
        </p:nvSpPr>
        <p:spPr>
          <a:xfrm>
            <a:off x="61264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Planner circle"/>
          <p:cNvSpPr/>
          <p:nvPr/>
        </p:nvSpPr>
        <p:spPr>
          <a:xfrm>
            <a:off x="868680" y="1783080"/>
            <a:ext cx="1188720" cy="1188720"/>
          </a:xfrm>
          <a:prstGeom prst="ellipse">
            <a:avLst/>
          </a:prstGeom>
          <a:solidFill>
            <a:schemeClr val="accent5"/>
          </a:solidFill>
          <a:ln w="12700">
            <a:solidFill>
              <a:schemeClr val="accent5"/>
            </a:solidFill>
            <a:prstDash val="solid"/>
          </a:ln>
        </p:spPr>
      </p:sp>
      <p:pic>
        <p:nvPicPr>
          <p:cNvPr id="9" name="Image 0" descr="Planner">    </p:cNvPr>
          <p:cNvPicPr>
            <a:picLocks noChangeAspect="1"/>
          </p:cNvPicPr>
          <p:nvPr/>
        </p:nvPicPr>
        <p:blipFill>
          <a:blip r:embed="rId1"/>
          <a:stretch>
            <a:fillRect/>
          </a:stretch>
        </p:blipFill>
        <p:spPr>
          <a:xfrm>
            <a:off x="1165860" y="2080260"/>
            <a:ext cx="594360" cy="594360"/>
          </a:xfrm>
          <a:prstGeom prst="rect">
            <a:avLst/>
          </a:prstGeom>
        </p:spPr>
      </p:pic>
      <p:sp>
        <p:nvSpPr>
          <p:cNvPr id="10" name="Text 7"/>
          <p:cNvSpPr txBox="1"/>
          <p:nvPr/>
        </p:nvSpPr>
        <p:spPr>
          <a:xfrm>
            <a:off x="59436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Planner</a:t>
            </a:r>
            <a:endParaRPr lang="en-US" sz="2000" dirty="0"/>
          </a:p>
        </p:txBody>
      </p:sp>
      <p:sp>
        <p:nvSpPr>
          <p:cNvPr id="11" name="Alarm card"/>
          <p:cNvSpPr/>
          <p:nvPr/>
        </p:nvSpPr>
        <p:spPr>
          <a:xfrm>
            <a:off x="260604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2" name="Step 2"/>
          <p:cNvSpPr/>
          <p:nvPr/>
        </p:nvSpPr>
        <p:spPr>
          <a:xfrm>
            <a:off x="2715768" y="1298448"/>
            <a:ext cx="365760" cy="365760"/>
          </a:xfrm>
          <a:prstGeom prst="ellipse">
            <a:avLst/>
          </a:prstGeom>
          <a:solidFill>
            <a:schemeClr val="tx2"/>
          </a:solidFill>
          <a:ln w="12700">
            <a:solidFill>
              <a:schemeClr val="tx2"/>
            </a:solidFill>
            <a:prstDash val="solid"/>
          </a:ln>
        </p:spPr>
      </p:sp>
      <p:sp>
        <p:nvSpPr>
          <p:cNvPr id="13" name="Text 10"/>
          <p:cNvSpPr txBox="1"/>
          <p:nvPr/>
        </p:nvSpPr>
        <p:spPr>
          <a:xfrm>
            <a:off x="271576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Alarm circle"/>
          <p:cNvSpPr/>
          <p:nvPr/>
        </p:nvSpPr>
        <p:spPr>
          <a:xfrm>
            <a:off x="2971800" y="1783080"/>
            <a:ext cx="1188720" cy="1188720"/>
          </a:xfrm>
          <a:prstGeom prst="ellipse">
            <a:avLst/>
          </a:prstGeom>
          <a:solidFill>
            <a:schemeClr val="accent3"/>
          </a:solidFill>
          <a:ln w="12700">
            <a:solidFill>
              <a:schemeClr val="accent3"/>
            </a:solidFill>
            <a:prstDash val="solid"/>
          </a:ln>
        </p:spPr>
      </p:sp>
      <p:pic>
        <p:nvPicPr>
          <p:cNvPr id="15" name="Image 1" descr="Alarm">    </p:cNvPr>
          <p:cNvPicPr>
            <a:picLocks noChangeAspect="1"/>
          </p:cNvPicPr>
          <p:nvPr/>
        </p:nvPicPr>
        <p:blipFill>
          <a:blip r:embed="rId2"/>
          <a:stretch>
            <a:fillRect/>
          </a:stretch>
        </p:blipFill>
        <p:spPr>
          <a:xfrm>
            <a:off x="3268980" y="2080260"/>
            <a:ext cx="594360" cy="594360"/>
          </a:xfrm>
          <a:prstGeom prst="rect">
            <a:avLst/>
          </a:prstGeom>
        </p:spPr>
      </p:pic>
      <p:sp>
        <p:nvSpPr>
          <p:cNvPr id="16" name="Text 12"/>
          <p:cNvSpPr txBox="1"/>
          <p:nvPr/>
        </p:nvSpPr>
        <p:spPr>
          <a:xfrm>
            <a:off x="269748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Alarm</a:t>
            </a:r>
            <a:endParaRPr lang="en-US" sz="2000" dirty="0"/>
          </a:p>
        </p:txBody>
      </p:sp>
      <p:sp>
        <p:nvSpPr>
          <p:cNvPr id="17" name="To-do list card"/>
          <p:cNvSpPr/>
          <p:nvPr/>
        </p:nvSpPr>
        <p:spPr>
          <a:xfrm>
            <a:off x="470916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8" name="Step 3"/>
          <p:cNvSpPr/>
          <p:nvPr/>
        </p:nvSpPr>
        <p:spPr>
          <a:xfrm>
            <a:off x="4818888" y="1298448"/>
            <a:ext cx="365760" cy="365760"/>
          </a:xfrm>
          <a:prstGeom prst="ellipse">
            <a:avLst/>
          </a:prstGeom>
          <a:solidFill>
            <a:schemeClr val="tx2"/>
          </a:solidFill>
          <a:ln w="12700">
            <a:solidFill>
              <a:schemeClr val="tx2"/>
            </a:solidFill>
            <a:prstDash val="solid"/>
          </a:ln>
        </p:spPr>
      </p:sp>
      <p:sp>
        <p:nvSpPr>
          <p:cNvPr id="19" name="Text 15"/>
          <p:cNvSpPr txBox="1"/>
          <p:nvPr/>
        </p:nvSpPr>
        <p:spPr>
          <a:xfrm>
            <a:off x="481888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To-do list circle"/>
          <p:cNvSpPr/>
          <p:nvPr/>
        </p:nvSpPr>
        <p:spPr>
          <a:xfrm>
            <a:off x="5074920" y="1783080"/>
            <a:ext cx="1188720" cy="1188720"/>
          </a:xfrm>
          <a:prstGeom prst="ellipse">
            <a:avLst/>
          </a:prstGeom>
          <a:solidFill>
            <a:schemeClr val="accent4"/>
          </a:solidFill>
          <a:ln w="12700">
            <a:solidFill>
              <a:schemeClr val="accent4"/>
            </a:solidFill>
            <a:prstDash val="solid"/>
          </a:ln>
        </p:spPr>
      </p:sp>
      <p:pic>
        <p:nvPicPr>
          <p:cNvPr id="21" name="Image 2" descr="To-do list">    </p:cNvPr>
          <p:cNvPicPr>
            <a:picLocks noChangeAspect="1"/>
          </p:cNvPicPr>
          <p:nvPr/>
        </p:nvPicPr>
        <p:blipFill>
          <a:blip r:embed="rId3"/>
          <a:stretch>
            <a:fillRect/>
          </a:stretch>
        </p:blipFill>
        <p:spPr>
          <a:xfrm>
            <a:off x="5372100" y="2080260"/>
            <a:ext cx="594360" cy="594360"/>
          </a:xfrm>
          <a:prstGeom prst="rect">
            <a:avLst/>
          </a:prstGeom>
        </p:spPr>
      </p:pic>
      <p:sp>
        <p:nvSpPr>
          <p:cNvPr id="22" name="Text 17"/>
          <p:cNvSpPr txBox="1"/>
          <p:nvPr/>
        </p:nvSpPr>
        <p:spPr>
          <a:xfrm>
            <a:off x="480060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To-do list</a:t>
            </a:r>
            <a:endParaRPr lang="en-US" sz="2000" dirty="0"/>
          </a:p>
        </p:txBody>
      </p:sp>
      <p:sp>
        <p:nvSpPr>
          <p:cNvPr id="23" name="Tell friends card"/>
          <p:cNvSpPr/>
          <p:nvPr/>
        </p:nvSpPr>
        <p:spPr>
          <a:xfrm>
            <a:off x="681228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24" name="Step 4"/>
          <p:cNvSpPr/>
          <p:nvPr/>
        </p:nvSpPr>
        <p:spPr>
          <a:xfrm>
            <a:off x="6922008" y="1298448"/>
            <a:ext cx="365760" cy="365760"/>
          </a:xfrm>
          <a:prstGeom prst="ellipse">
            <a:avLst/>
          </a:prstGeom>
          <a:solidFill>
            <a:schemeClr val="tx2"/>
          </a:solidFill>
          <a:ln w="12700">
            <a:solidFill>
              <a:schemeClr val="tx2"/>
            </a:solidFill>
            <a:prstDash val="solid"/>
          </a:ln>
        </p:spPr>
      </p:sp>
      <p:sp>
        <p:nvSpPr>
          <p:cNvPr id="25" name="Text 20"/>
          <p:cNvSpPr txBox="1"/>
          <p:nvPr/>
        </p:nvSpPr>
        <p:spPr>
          <a:xfrm>
            <a:off x="692200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Tell friends circle"/>
          <p:cNvSpPr/>
          <p:nvPr/>
        </p:nvSpPr>
        <p:spPr>
          <a:xfrm>
            <a:off x="7178040" y="1783080"/>
            <a:ext cx="1188720" cy="1188720"/>
          </a:xfrm>
          <a:prstGeom prst="ellipse">
            <a:avLst/>
          </a:prstGeom>
          <a:solidFill>
            <a:schemeClr val="accent2"/>
          </a:solidFill>
          <a:ln w="12700">
            <a:solidFill>
              <a:schemeClr val="accent2"/>
            </a:solidFill>
            <a:prstDash val="solid"/>
          </a:ln>
        </p:spPr>
      </p:sp>
      <p:pic>
        <p:nvPicPr>
          <p:cNvPr id="27" name="Image 3" descr="Tell friends">    </p:cNvPr>
          <p:cNvPicPr>
            <a:picLocks noChangeAspect="1"/>
          </p:cNvPicPr>
          <p:nvPr/>
        </p:nvPicPr>
        <p:blipFill>
          <a:blip r:embed="rId4"/>
          <a:stretch>
            <a:fillRect/>
          </a:stretch>
        </p:blipFill>
        <p:spPr>
          <a:xfrm>
            <a:off x="7475220" y="2080260"/>
            <a:ext cx="594360" cy="594360"/>
          </a:xfrm>
          <a:prstGeom prst="rect">
            <a:avLst/>
          </a:prstGeom>
        </p:spPr>
      </p:pic>
      <p:sp>
        <p:nvSpPr>
          <p:cNvPr id="28" name="Text 22"/>
          <p:cNvSpPr txBox="1"/>
          <p:nvPr/>
        </p:nvSpPr>
        <p:spPr>
          <a:xfrm>
            <a:off x="690372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Tell friends</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6400800" cy="731520"/>
          </a:xfrm>
          <a:prstGeom prst="rect">
            <a:avLst/>
          </a:prstGeom>
          <a:noFill/>
          <a:ln/>
        </p:spPr>
        <p:txBody>
          <a:bodyPr wrap="square" rtlCol="0" anchor="ctr"/>
          <a:lstStyle/>
          <a:p>
            <a:pPr algn="l" indent="0" marL="0">
              <a:buNone/>
            </a:pPr>
            <a:r>
              <a:rPr lang="en-US" sz="3200" b="1" dirty="0">
                <a:solidFill>
                  <a:schemeClr val="tx2"/>
                </a:solidFill>
              </a:rPr>
              <a:t>Solution 2: Other Tools</a:t>
            </a:r>
            <a:endParaRPr lang="en-US" sz="3200" dirty="0"/>
          </a:p>
        </p:txBody>
      </p:sp>
      <p:sp>
        <p:nvSpPr>
          <p:cNvPr id="3" name="Section tag"/>
          <p:cNvSpPr/>
          <p:nvPr/>
        </p:nvSpPr>
        <p:spPr>
          <a:xfrm>
            <a:off x="7132320" y="411480"/>
            <a:ext cx="1554480" cy="347472"/>
          </a:xfrm>
          <a:prstGeom prst="roundRect">
            <a:avLst>
              <a:gd name="adj" fmla="val 50000"/>
            </a:avLst>
          </a:prstGeom>
          <a:solidFill>
            <a:srgbClr val="FFDE00"/>
          </a:solidFill>
          <a:ln w="12700">
            <a:solidFill>
              <a:srgbClr val="FFDE00"/>
            </a:solidFill>
            <a:prstDash val="solid"/>
          </a:ln>
        </p:spPr>
      </p:sp>
      <p:sp>
        <p:nvSpPr>
          <p:cNvPr id="4" name="Text 2"/>
          <p:cNvSpPr txBox="1"/>
          <p:nvPr/>
        </p:nvSpPr>
        <p:spPr>
          <a:xfrm>
            <a:off x="7132320" y="411480"/>
            <a:ext cx="1554480" cy="347472"/>
          </a:xfrm>
          <a:prstGeom prst="rect">
            <a:avLst/>
          </a:prstGeom>
          <a:noFill/>
          <a:ln/>
        </p:spPr>
        <p:txBody>
          <a:bodyPr wrap="square" lIns="0" tIns="0" rIns="0" bIns="0" rtlCol="0" anchor="ctr"/>
          <a:lstStyle/>
          <a:p>
            <a:pPr algn="ctr" indent="0" marL="0">
              <a:buNone/>
            </a:pPr>
            <a:r>
              <a:rPr lang="en-US" sz="1100" b="1" dirty="0">
                <a:solidFill>
                  <a:schemeClr val="tx2"/>
                </a:solidFill>
              </a:rPr>
              <a:t>SOLUTION 2</a:t>
            </a:r>
            <a:endParaRPr lang="en-US" sz="1100" dirty="0"/>
          </a:p>
        </p:txBody>
      </p:sp>
      <p:sp>
        <p:nvSpPr>
          <p:cNvPr id="5" name="Laptop card"/>
          <p:cNvSpPr/>
          <p:nvPr/>
        </p:nvSpPr>
        <p:spPr>
          <a:xfrm>
            <a:off x="50292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6" name="Step 1"/>
          <p:cNvSpPr/>
          <p:nvPr/>
        </p:nvSpPr>
        <p:spPr>
          <a:xfrm>
            <a:off x="612648" y="1298448"/>
            <a:ext cx="365760" cy="365760"/>
          </a:xfrm>
          <a:prstGeom prst="ellipse">
            <a:avLst/>
          </a:prstGeom>
          <a:solidFill>
            <a:schemeClr val="tx2"/>
          </a:solidFill>
          <a:ln w="12700">
            <a:solidFill>
              <a:schemeClr val="tx2"/>
            </a:solidFill>
            <a:prstDash val="solid"/>
          </a:ln>
        </p:spPr>
      </p:sp>
      <p:sp>
        <p:nvSpPr>
          <p:cNvPr id="7" name="Text 5"/>
          <p:cNvSpPr txBox="1"/>
          <p:nvPr/>
        </p:nvSpPr>
        <p:spPr>
          <a:xfrm>
            <a:off x="61264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Laptop circle"/>
          <p:cNvSpPr/>
          <p:nvPr/>
        </p:nvSpPr>
        <p:spPr>
          <a:xfrm>
            <a:off x="868680" y="1783080"/>
            <a:ext cx="1188720" cy="1188720"/>
          </a:xfrm>
          <a:prstGeom prst="ellipse">
            <a:avLst/>
          </a:prstGeom>
          <a:solidFill>
            <a:schemeClr val="accent4"/>
          </a:solidFill>
          <a:ln w="12700">
            <a:solidFill>
              <a:schemeClr val="accent4"/>
            </a:solidFill>
            <a:prstDash val="solid"/>
          </a:ln>
        </p:spPr>
      </p:sp>
      <p:pic>
        <p:nvPicPr>
          <p:cNvPr id="9" name="Image 0" descr="Laptop">    </p:cNvPr>
          <p:cNvPicPr>
            <a:picLocks noChangeAspect="1"/>
          </p:cNvPicPr>
          <p:nvPr/>
        </p:nvPicPr>
        <p:blipFill>
          <a:blip r:embed="rId1"/>
          <a:stretch>
            <a:fillRect/>
          </a:stretch>
        </p:blipFill>
        <p:spPr>
          <a:xfrm>
            <a:off x="1165860" y="2080260"/>
            <a:ext cx="594360" cy="594360"/>
          </a:xfrm>
          <a:prstGeom prst="rect">
            <a:avLst/>
          </a:prstGeom>
        </p:spPr>
      </p:pic>
      <p:sp>
        <p:nvSpPr>
          <p:cNvPr id="10" name="Text 7"/>
          <p:cNvSpPr txBox="1"/>
          <p:nvPr/>
        </p:nvSpPr>
        <p:spPr>
          <a:xfrm>
            <a:off x="59436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Laptop</a:t>
            </a:r>
            <a:endParaRPr lang="en-US" sz="2000" dirty="0"/>
          </a:p>
        </p:txBody>
      </p:sp>
      <p:sp>
        <p:nvSpPr>
          <p:cNvPr id="11" name="Email card"/>
          <p:cNvSpPr/>
          <p:nvPr/>
        </p:nvSpPr>
        <p:spPr>
          <a:xfrm>
            <a:off x="260604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2" name="Step 2"/>
          <p:cNvSpPr/>
          <p:nvPr/>
        </p:nvSpPr>
        <p:spPr>
          <a:xfrm>
            <a:off x="2715768" y="1298448"/>
            <a:ext cx="365760" cy="365760"/>
          </a:xfrm>
          <a:prstGeom prst="ellipse">
            <a:avLst/>
          </a:prstGeom>
          <a:solidFill>
            <a:schemeClr val="tx2"/>
          </a:solidFill>
          <a:ln w="12700">
            <a:solidFill>
              <a:schemeClr val="tx2"/>
            </a:solidFill>
            <a:prstDash val="solid"/>
          </a:ln>
        </p:spPr>
      </p:sp>
      <p:sp>
        <p:nvSpPr>
          <p:cNvPr id="13" name="Text 10"/>
          <p:cNvSpPr txBox="1"/>
          <p:nvPr/>
        </p:nvSpPr>
        <p:spPr>
          <a:xfrm>
            <a:off x="271576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Email circle"/>
          <p:cNvSpPr/>
          <p:nvPr/>
        </p:nvSpPr>
        <p:spPr>
          <a:xfrm>
            <a:off x="2971800" y="1783080"/>
            <a:ext cx="1188720" cy="1188720"/>
          </a:xfrm>
          <a:prstGeom prst="ellipse">
            <a:avLst/>
          </a:prstGeom>
          <a:solidFill>
            <a:schemeClr val="accent3"/>
          </a:solidFill>
          <a:ln w="12700">
            <a:solidFill>
              <a:schemeClr val="accent3"/>
            </a:solidFill>
            <a:prstDash val="solid"/>
          </a:ln>
        </p:spPr>
      </p:sp>
      <p:pic>
        <p:nvPicPr>
          <p:cNvPr id="15" name="Image 1" descr="Email">    </p:cNvPr>
          <p:cNvPicPr>
            <a:picLocks noChangeAspect="1"/>
          </p:cNvPicPr>
          <p:nvPr/>
        </p:nvPicPr>
        <p:blipFill>
          <a:blip r:embed="rId2"/>
          <a:stretch>
            <a:fillRect/>
          </a:stretch>
        </p:blipFill>
        <p:spPr>
          <a:xfrm>
            <a:off x="3268980" y="2080260"/>
            <a:ext cx="594360" cy="594360"/>
          </a:xfrm>
          <a:prstGeom prst="rect">
            <a:avLst/>
          </a:prstGeom>
        </p:spPr>
      </p:pic>
      <p:sp>
        <p:nvSpPr>
          <p:cNvPr id="16" name="Text 12"/>
          <p:cNvSpPr txBox="1"/>
          <p:nvPr/>
        </p:nvSpPr>
        <p:spPr>
          <a:xfrm>
            <a:off x="269748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Email</a:t>
            </a:r>
            <a:endParaRPr lang="en-US" sz="2000" dirty="0"/>
          </a:p>
        </p:txBody>
      </p:sp>
      <p:sp>
        <p:nvSpPr>
          <p:cNvPr id="17" name="Landline card"/>
          <p:cNvSpPr/>
          <p:nvPr/>
        </p:nvSpPr>
        <p:spPr>
          <a:xfrm>
            <a:off x="470916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8" name="Step 3"/>
          <p:cNvSpPr/>
          <p:nvPr/>
        </p:nvSpPr>
        <p:spPr>
          <a:xfrm>
            <a:off x="4818888" y="1298448"/>
            <a:ext cx="365760" cy="365760"/>
          </a:xfrm>
          <a:prstGeom prst="ellipse">
            <a:avLst/>
          </a:prstGeom>
          <a:solidFill>
            <a:schemeClr val="tx2"/>
          </a:solidFill>
          <a:ln w="12700">
            <a:solidFill>
              <a:schemeClr val="tx2"/>
            </a:solidFill>
            <a:prstDash val="solid"/>
          </a:ln>
        </p:spPr>
      </p:sp>
      <p:sp>
        <p:nvSpPr>
          <p:cNvPr id="19" name="Text 15"/>
          <p:cNvSpPr txBox="1"/>
          <p:nvPr/>
        </p:nvSpPr>
        <p:spPr>
          <a:xfrm>
            <a:off x="481888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0" name="Landline circle"/>
          <p:cNvSpPr/>
          <p:nvPr/>
        </p:nvSpPr>
        <p:spPr>
          <a:xfrm>
            <a:off x="5074920" y="1783080"/>
            <a:ext cx="1188720" cy="1188720"/>
          </a:xfrm>
          <a:prstGeom prst="ellipse">
            <a:avLst/>
          </a:prstGeom>
          <a:solidFill>
            <a:schemeClr val="accent5"/>
          </a:solidFill>
          <a:ln w="12700">
            <a:solidFill>
              <a:schemeClr val="accent5"/>
            </a:solidFill>
            <a:prstDash val="solid"/>
          </a:ln>
        </p:spPr>
      </p:sp>
      <p:pic>
        <p:nvPicPr>
          <p:cNvPr id="21" name="Image 2" descr="Landline">    </p:cNvPr>
          <p:cNvPicPr>
            <a:picLocks noChangeAspect="1"/>
          </p:cNvPicPr>
          <p:nvPr/>
        </p:nvPicPr>
        <p:blipFill>
          <a:blip r:embed="rId3"/>
          <a:stretch>
            <a:fillRect/>
          </a:stretch>
        </p:blipFill>
        <p:spPr>
          <a:xfrm>
            <a:off x="5372100" y="2080260"/>
            <a:ext cx="594360" cy="594360"/>
          </a:xfrm>
          <a:prstGeom prst="rect">
            <a:avLst/>
          </a:prstGeom>
        </p:spPr>
      </p:pic>
      <p:sp>
        <p:nvSpPr>
          <p:cNvPr id="22" name="Text 17"/>
          <p:cNvSpPr txBox="1"/>
          <p:nvPr/>
        </p:nvSpPr>
        <p:spPr>
          <a:xfrm>
            <a:off x="480060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Landline</a:t>
            </a:r>
            <a:endParaRPr lang="en-US" sz="2000" dirty="0"/>
          </a:p>
        </p:txBody>
      </p:sp>
      <p:sp>
        <p:nvSpPr>
          <p:cNvPr id="23" name="Face to face card"/>
          <p:cNvSpPr/>
          <p:nvPr/>
        </p:nvSpPr>
        <p:spPr>
          <a:xfrm>
            <a:off x="6812280" y="1188720"/>
            <a:ext cx="1920240" cy="3200400"/>
          </a:xfrm>
          <a:prstGeom prst="roundRect">
            <a:avLst>
              <a:gd name="adj" fmla="val 5714"/>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24" name="Step 4"/>
          <p:cNvSpPr/>
          <p:nvPr/>
        </p:nvSpPr>
        <p:spPr>
          <a:xfrm>
            <a:off x="6922008" y="1298448"/>
            <a:ext cx="365760" cy="365760"/>
          </a:xfrm>
          <a:prstGeom prst="ellipse">
            <a:avLst/>
          </a:prstGeom>
          <a:solidFill>
            <a:schemeClr val="tx2"/>
          </a:solidFill>
          <a:ln w="12700">
            <a:solidFill>
              <a:schemeClr val="tx2"/>
            </a:solidFill>
            <a:prstDash val="solid"/>
          </a:ln>
        </p:spPr>
      </p:sp>
      <p:sp>
        <p:nvSpPr>
          <p:cNvPr id="25" name="Text 20"/>
          <p:cNvSpPr txBox="1"/>
          <p:nvPr/>
        </p:nvSpPr>
        <p:spPr>
          <a:xfrm>
            <a:off x="6922008" y="129844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6" name="Face to face circle"/>
          <p:cNvSpPr/>
          <p:nvPr/>
        </p:nvSpPr>
        <p:spPr>
          <a:xfrm>
            <a:off x="7178040" y="1783080"/>
            <a:ext cx="1188720" cy="1188720"/>
          </a:xfrm>
          <a:prstGeom prst="ellipse">
            <a:avLst/>
          </a:prstGeom>
          <a:solidFill>
            <a:schemeClr val="accent2"/>
          </a:solidFill>
          <a:ln w="12700">
            <a:solidFill>
              <a:schemeClr val="accent2"/>
            </a:solidFill>
            <a:prstDash val="solid"/>
          </a:ln>
        </p:spPr>
      </p:sp>
      <p:pic>
        <p:nvPicPr>
          <p:cNvPr id="27" name="Image 3" descr="Face to face">    </p:cNvPr>
          <p:cNvPicPr>
            <a:picLocks noChangeAspect="1"/>
          </p:cNvPicPr>
          <p:nvPr/>
        </p:nvPicPr>
        <p:blipFill>
          <a:blip r:embed="rId4"/>
          <a:stretch>
            <a:fillRect/>
          </a:stretch>
        </p:blipFill>
        <p:spPr>
          <a:xfrm>
            <a:off x="7475220" y="2080260"/>
            <a:ext cx="594360" cy="594360"/>
          </a:xfrm>
          <a:prstGeom prst="rect">
            <a:avLst/>
          </a:prstGeom>
        </p:spPr>
      </p:pic>
      <p:sp>
        <p:nvSpPr>
          <p:cNvPr id="28" name="Text 22"/>
          <p:cNvSpPr txBox="1"/>
          <p:nvPr/>
        </p:nvSpPr>
        <p:spPr>
          <a:xfrm>
            <a:off x="6903720" y="3246120"/>
            <a:ext cx="1737360" cy="822960"/>
          </a:xfrm>
          <a:prstGeom prst="rect">
            <a:avLst/>
          </a:prstGeom>
          <a:noFill/>
          <a:ln/>
        </p:spPr>
        <p:txBody>
          <a:bodyPr wrap="square" lIns="0" tIns="0" rIns="0" bIns="0" rtlCol="0" anchor="ctr"/>
          <a:lstStyle/>
          <a:p>
            <a:pPr algn="ctr" indent="0" marL="0">
              <a:buNone/>
            </a:pPr>
            <a:r>
              <a:rPr lang="en-US" sz="2000" b="1" dirty="0">
                <a:solidFill>
                  <a:schemeClr val="tx2"/>
                </a:solidFill>
              </a:rPr>
              <a:t>Face to face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
            <a:ext cx="6400800" cy="731520"/>
          </a:xfrm>
          <a:prstGeom prst="rect">
            <a:avLst/>
          </a:prstGeom>
          <a:noFill/>
          <a:ln/>
        </p:spPr>
        <p:txBody>
          <a:bodyPr wrap="square" rtlCol="0" anchor="ctr"/>
          <a:lstStyle/>
          <a:p>
            <a:pPr algn="l" indent="0" marL="0">
              <a:buNone/>
            </a:pPr>
            <a:r>
              <a:rPr lang="en-US" sz="3200" b="1" dirty="0">
                <a:solidFill>
                  <a:schemeClr val="tx2"/>
                </a:solidFill>
              </a:rPr>
              <a:t>Conclusion</a:t>
            </a:r>
            <a:endParaRPr lang="en-US" sz="3200" dirty="0"/>
          </a:p>
        </p:txBody>
      </p:sp>
      <p:sp>
        <p:nvSpPr>
          <p:cNvPr id="3" name="Section tag"/>
          <p:cNvSpPr/>
          <p:nvPr/>
        </p:nvSpPr>
        <p:spPr>
          <a:xfrm>
            <a:off x="7132320" y="411480"/>
            <a:ext cx="1554480" cy="347472"/>
          </a:xfrm>
          <a:prstGeom prst="roundRect">
            <a:avLst>
              <a:gd name="adj" fmla="val 50000"/>
            </a:avLst>
          </a:prstGeom>
          <a:solidFill>
            <a:srgbClr val="FFDE00"/>
          </a:solidFill>
          <a:ln w="12700">
            <a:solidFill>
              <a:srgbClr val="FFDE00"/>
            </a:solidFill>
            <a:prstDash val="solid"/>
          </a:ln>
        </p:spPr>
      </p:sp>
      <p:sp>
        <p:nvSpPr>
          <p:cNvPr id="4" name="Text 2"/>
          <p:cNvSpPr txBox="1"/>
          <p:nvPr/>
        </p:nvSpPr>
        <p:spPr>
          <a:xfrm>
            <a:off x="7132320" y="411480"/>
            <a:ext cx="1554480" cy="347472"/>
          </a:xfrm>
          <a:prstGeom prst="rect">
            <a:avLst/>
          </a:prstGeom>
          <a:noFill/>
          <a:ln/>
        </p:spPr>
        <p:txBody>
          <a:bodyPr wrap="square" lIns="0" tIns="0" rIns="0" bIns="0" rtlCol="0" anchor="ctr"/>
          <a:lstStyle/>
          <a:p>
            <a:pPr algn="ctr" indent="0" marL="0">
              <a:buNone/>
            </a:pPr>
            <a:r>
              <a:rPr lang="en-US" sz="1100" b="1" dirty="0">
                <a:solidFill>
                  <a:schemeClr val="tx2"/>
                </a:solidFill>
              </a:rPr>
              <a:t>CONCLUSION</a:t>
            </a:r>
            <a:endParaRPr lang="en-US" sz="1100" dirty="0"/>
          </a:p>
        </p:txBody>
      </p:sp>
      <p:sp>
        <p:nvSpPr>
          <p:cNvPr id="5" name="Less anxiety card"/>
          <p:cNvSpPr/>
          <p:nvPr/>
        </p:nvSpPr>
        <p:spPr>
          <a:xfrm>
            <a:off x="640080" y="1143000"/>
            <a:ext cx="2377440" cy="2103120"/>
          </a:xfrm>
          <a:prstGeom prst="roundRect">
            <a:avLst>
              <a:gd name="adj" fmla="val 5217"/>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6" name="Less anxiety circle"/>
          <p:cNvSpPr/>
          <p:nvPr/>
        </p:nvSpPr>
        <p:spPr>
          <a:xfrm>
            <a:off x="1325880" y="1325880"/>
            <a:ext cx="1005840" cy="1005840"/>
          </a:xfrm>
          <a:prstGeom prst="ellipse">
            <a:avLst/>
          </a:prstGeom>
          <a:solidFill>
            <a:schemeClr val="accent2"/>
          </a:solidFill>
          <a:ln w="12700">
            <a:solidFill>
              <a:schemeClr val="accent2"/>
            </a:solidFill>
            <a:prstDash val="solid"/>
          </a:ln>
        </p:spPr>
      </p:sp>
      <p:pic>
        <p:nvPicPr>
          <p:cNvPr id="7" name="Image 0" descr="Less anxiety">    </p:cNvPr>
          <p:cNvPicPr>
            <a:picLocks noChangeAspect="1"/>
          </p:cNvPicPr>
          <p:nvPr/>
        </p:nvPicPr>
        <p:blipFill>
          <a:blip r:embed="rId1"/>
          <a:stretch>
            <a:fillRect/>
          </a:stretch>
        </p:blipFill>
        <p:spPr>
          <a:xfrm>
            <a:off x="1577340" y="1577340"/>
            <a:ext cx="502920" cy="502920"/>
          </a:xfrm>
          <a:prstGeom prst="rect">
            <a:avLst/>
          </a:prstGeom>
        </p:spPr>
      </p:pic>
      <p:sp>
        <p:nvSpPr>
          <p:cNvPr id="8" name="Text 5"/>
          <p:cNvSpPr txBox="1"/>
          <p:nvPr/>
        </p:nvSpPr>
        <p:spPr>
          <a:xfrm>
            <a:off x="731520" y="2560320"/>
            <a:ext cx="2194560" cy="457200"/>
          </a:xfrm>
          <a:prstGeom prst="rect">
            <a:avLst/>
          </a:prstGeom>
          <a:noFill/>
          <a:ln/>
        </p:spPr>
        <p:txBody>
          <a:bodyPr wrap="square" lIns="0" tIns="0" rIns="0" bIns="0" rtlCol="0" anchor="ctr"/>
          <a:lstStyle/>
          <a:p>
            <a:pPr algn="ctr" indent="0" marL="0">
              <a:buNone/>
            </a:pPr>
            <a:r>
              <a:rPr lang="en-US" sz="2200" b="1" dirty="0">
                <a:solidFill>
                  <a:schemeClr val="tx2"/>
                </a:solidFill>
              </a:rPr>
              <a:t>Less anxiety</a:t>
            </a:r>
            <a:endParaRPr lang="en-US" sz="2200" dirty="0"/>
          </a:p>
        </p:txBody>
      </p:sp>
      <p:sp>
        <p:nvSpPr>
          <p:cNvPr id="9" name="Organized card"/>
          <p:cNvSpPr/>
          <p:nvPr/>
        </p:nvSpPr>
        <p:spPr>
          <a:xfrm>
            <a:off x="3474720" y="1143000"/>
            <a:ext cx="2377440" cy="2103120"/>
          </a:xfrm>
          <a:prstGeom prst="roundRect">
            <a:avLst>
              <a:gd name="adj" fmla="val 5217"/>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0" name="Organized circle"/>
          <p:cNvSpPr/>
          <p:nvPr/>
        </p:nvSpPr>
        <p:spPr>
          <a:xfrm>
            <a:off x="4160520" y="1325880"/>
            <a:ext cx="1005840" cy="1005840"/>
          </a:xfrm>
          <a:prstGeom prst="ellipse">
            <a:avLst/>
          </a:prstGeom>
          <a:solidFill>
            <a:schemeClr val="accent5"/>
          </a:solidFill>
          <a:ln w="12700">
            <a:solidFill>
              <a:schemeClr val="accent5"/>
            </a:solidFill>
            <a:prstDash val="solid"/>
          </a:ln>
        </p:spPr>
      </p:sp>
      <p:pic>
        <p:nvPicPr>
          <p:cNvPr id="11" name="Image 1" descr="Organized">    </p:cNvPr>
          <p:cNvPicPr>
            <a:picLocks noChangeAspect="1"/>
          </p:cNvPicPr>
          <p:nvPr/>
        </p:nvPicPr>
        <p:blipFill>
          <a:blip r:embed="rId2"/>
          <a:stretch>
            <a:fillRect/>
          </a:stretch>
        </p:blipFill>
        <p:spPr>
          <a:xfrm>
            <a:off x="4411980" y="1577340"/>
            <a:ext cx="502920" cy="502920"/>
          </a:xfrm>
          <a:prstGeom prst="rect">
            <a:avLst/>
          </a:prstGeom>
        </p:spPr>
      </p:pic>
      <p:sp>
        <p:nvSpPr>
          <p:cNvPr id="12" name="Text 8"/>
          <p:cNvSpPr txBox="1"/>
          <p:nvPr/>
        </p:nvSpPr>
        <p:spPr>
          <a:xfrm>
            <a:off x="3566160" y="2560320"/>
            <a:ext cx="2194560" cy="457200"/>
          </a:xfrm>
          <a:prstGeom prst="rect">
            <a:avLst/>
          </a:prstGeom>
          <a:noFill/>
          <a:ln/>
        </p:spPr>
        <p:txBody>
          <a:bodyPr wrap="square" lIns="0" tIns="0" rIns="0" bIns="0" rtlCol="0" anchor="ctr"/>
          <a:lstStyle/>
          <a:p>
            <a:pPr algn="ctr" indent="0" marL="0">
              <a:buNone/>
            </a:pPr>
            <a:r>
              <a:rPr lang="en-US" sz="2200" b="1" dirty="0">
                <a:solidFill>
                  <a:schemeClr val="tx2"/>
                </a:solidFill>
              </a:rPr>
              <a:t>Organized</a:t>
            </a:r>
            <a:endParaRPr lang="en-US" sz="2200" dirty="0"/>
          </a:p>
        </p:txBody>
      </p:sp>
      <p:sp>
        <p:nvSpPr>
          <p:cNvPr id="13" name="Connected card"/>
          <p:cNvSpPr/>
          <p:nvPr/>
        </p:nvSpPr>
        <p:spPr>
          <a:xfrm>
            <a:off x="6309360" y="1143000"/>
            <a:ext cx="2377440" cy="2103120"/>
          </a:xfrm>
          <a:prstGeom prst="roundRect">
            <a:avLst>
              <a:gd name="adj" fmla="val 5217"/>
            </a:avLst>
          </a:prstGeom>
          <a:solidFill>
            <a:schemeClr val="bg2"/>
          </a:solidFill>
          <a:ln w="9525">
            <a:solidFill>
              <a:srgbClr val="D5DEE8"/>
            </a:solidFill>
            <a:prstDash val="solid"/>
          </a:ln>
          <a:effectLst>
            <a:outerShdw sx="100000" sy="100000" kx="0" ky="0" algn="bl" rotWithShape="0" blurRad="76200" dist="25400" dir="5400000">
              <a:srgbClr val="000000">
                <a:alpha val="18000"/>
              </a:srgbClr>
            </a:outerShdw>
          </a:effectLst>
        </p:spPr>
      </p:sp>
      <p:sp>
        <p:nvSpPr>
          <p:cNvPr id="14" name="Connected circle"/>
          <p:cNvSpPr/>
          <p:nvPr/>
        </p:nvSpPr>
        <p:spPr>
          <a:xfrm>
            <a:off x="6995160" y="1325880"/>
            <a:ext cx="1005840" cy="1005840"/>
          </a:xfrm>
          <a:prstGeom prst="ellipse">
            <a:avLst/>
          </a:prstGeom>
          <a:solidFill>
            <a:schemeClr val="accent4"/>
          </a:solidFill>
          <a:ln w="12700">
            <a:solidFill>
              <a:schemeClr val="accent4"/>
            </a:solidFill>
            <a:prstDash val="solid"/>
          </a:ln>
        </p:spPr>
      </p:sp>
      <p:pic>
        <p:nvPicPr>
          <p:cNvPr id="15" name="Image 2" descr="Connected">    </p:cNvPr>
          <p:cNvPicPr>
            <a:picLocks noChangeAspect="1"/>
          </p:cNvPicPr>
          <p:nvPr/>
        </p:nvPicPr>
        <p:blipFill>
          <a:blip r:embed="rId3"/>
          <a:stretch>
            <a:fillRect/>
          </a:stretch>
        </p:blipFill>
        <p:spPr>
          <a:xfrm>
            <a:off x="7246620" y="1577340"/>
            <a:ext cx="502920" cy="502920"/>
          </a:xfrm>
          <a:prstGeom prst="rect">
            <a:avLst/>
          </a:prstGeom>
        </p:spPr>
      </p:pic>
      <p:sp>
        <p:nvSpPr>
          <p:cNvPr id="16" name="Text 11"/>
          <p:cNvSpPr txBox="1"/>
          <p:nvPr/>
        </p:nvSpPr>
        <p:spPr>
          <a:xfrm>
            <a:off x="6400800" y="2560320"/>
            <a:ext cx="2194560" cy="457200"/>
          </a:xfrm>
          <a:prstGeom prst="rect">
            <a:avLst/>
          </a:prstGeom>
          <a:noFill/>
          <a:ln/>
        </p:spPr>
        <p:txBody>
          <a:bodyPr wrap="square" lIns="0" tIns="0" rIns="0" bIns="0" rtlCol="0" anchor="ctr"/>
          <a:lstStyle/>
          <a:p>
            <a:pPr algn="ctr" indent="0" marL="0">
              <a:buNone/>
            </a:pPr>
            <a:r>
              <a:rPr lang="en-US" sz="2200" b="1" dirty="0">
                <a:solidFill>
                  <a:schemeClr val="tx2"/>
                </a:solidFill>
              </a:rPr>
              <a:t>Connected</a:t>
            </a:r>
            <a:endParaRPr lang="en-US" sz="2200" dirty="0"/>
          </a:p>
        </p:txBody>
      </p:sp>
      <p:sp>
        <p:nvSpPr>
          <p:cNvPr id="17" name="Thanks banner"/>
          <p:cNvSpPr/>
          <p:nvPr/>
        </p:nvSpPr>
        <p:spPr>
          <a:xfrm>
            <a:off x="2286000" y="3520440"/>
            <a:ext cx="4572000" cy="777240"/>
          </a:xfrm>
          <a:prstGeom prst="roundRect">
            <a:avLst>
              <a:gd name="adj" fmla="val 49412"/>
            </a:avLst>
          </a:prstGeom>
          <a:solidFill>
            <a:schemeClr val="tx2"/>
          </a:solidFill>
          <a:ln w="12700">
            <a:solidFill>
              <a:schemeClr val="tx2"/>
            </a:solidFill>
            <a:prstDash val="solid"/>
          </a:ln>
          <a:effectLst>
            <a:outerShdw sx="100000" sy="100000" kx="0" ky="0" algn="bl" rotWithShape="0" blurRad="76200" dist="25400" dir="5400000">
              <a:srgbClr val="000000">
                <a:alpha val="18000"/>
              </a:srgbClr>
            </a:outerShdw>
          </a:effectLst>
        </p:spPr>
      </p:sp>
      <p:sp>
        <p:nvSpPr>
          <p:cNvPr id="18" name="Text 13"/>
          <p:cNvSpPr txBox="1"/>
          <p:nvPr/>
        </p:nvSpPr>
        <p:spPr>
          <a:xfrm>
            <a:off x="2286000" y="3520440"/>
            <a:ext cx="4572000" cy="777240"/>
          </a:xfrm>
          <a:prstGeom prst="rect">
            <a:avLst/>
          </a:prstGeom>
          <a:noFill/>
          <a:ln/>
        </p:spPr>
        <p:txBody>
          <a:bodyPr wrap="square" lIns="0" tIns="0" rIns="0" bIns="0" rtlCol="0" anchor="ctr"/>
          <a:lstStyle/>
          <a:p>
            <a:pPr algn="ctr" indent="0" marL="0">
              <a:buNone/>
            </a:pPr>
            <a:r>
              <a:rPr lang="en-US" sz="3200" b="1" dirty="0">
                <a:solidFill>
                  <a:schemeClr val="bg1"/>
                </a:solidFill>
              </a:rPr>
              <a:t>Thank you!</a:t>
            </a:r>
            <a:endParaRPr lang="en-US" sz="3200" dirty="0"/>
          </a:p>
        </p:txBody>
      </p:sp>
    </p:spTree>
  </p:cSld>
  <p:clrMapOvr>
    <a:masterClrMapping/>
  </p:clrMapOvr>
</p:sld>
</file>

<file path=ppt/theme/theme1.xml><?xml version="1.0" encoding="utf-8"?>
<a:theme xmlns:a="http://schemas.openxmlformats.org/drawingml/2006/main" name="ESPOL CeLEx">
  <a:themeElements>
    <a:clrScheme name="ESPOL CeLEx">
      <a:dk1>
        <a:srgbClr val="1F2937"/>
      </a:dk1>
      <a:lt1>
        <a:srgbClr val="FFFFFF"/>
      </a:lt1>
      <a:dk2>
        <a:srgbClr val="103569"/>
      </a:dk2>
      <a:lt2>
        <a:srgbClr val="EEF3F8"/>
      </a:lt2>
      <a:accent1>
        <a:srgbClr val="103569"/>
      </a:accent1>
      <a:accent2>
        <a:srgbClr val="E5566D"/>
      </a:accent2>
      <a:accent3>
        <a:srgbClr val="F59E0B"/>
      </a:accent3>
      <a:accent4>
        <a:srgbClr val="2F80ED"/>
      </a:accent4>
      <a:accent5>
        <a:srgbClr val="0F9D8A"/>
      </a:accent5>
      <a:accent6>
        <a:srgbClr val="64748B"/>
      </a:accent6>
      <a:hlink>
        <a:srgbClr val="2F80ED"/>
      </a:hlink>
      <a:folHlink>
        <a:srgbClr val="8B5CF6"/>
      </a:folHlink>
    </a:clrScheme>
    <a:fontScheme name="ESPOL CeLEx">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Living Without a Phone for a Week</dc:title>
  <dc:subject>PptxGenJS Presentation</dc:subject>
  <dc:creator>Freddy Steven Sanchez Saavedra</dc:creator>
  <cp:lastModifiedBy>Freddy Steven Sanchez Saavedra</cp:lastModifiedBy>
  <cp:revision>1</cp:revision>
  <dcterms:created xsi:type="dcterms:W3CDTF">2026-10-26T20:01:56Z</dcterms:created>
  <dcterms:modified xsi:type="dcterms:W3CDTF">2026-10-26T20:01:56Z</dcterms:modified>
</cp:coreProperties>
</file>