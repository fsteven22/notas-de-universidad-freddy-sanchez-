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6" r:id="rId2"/>
    <p:sldId id="261" r:id="rId3"/>
    <p:sldId id="262" r:id="rId4"/>
    <p:sldId id="268" r:id="rId5"/>
    <p:sldId id="264" r:id="rId6"/>
    <p:sldId id="270" r:id="rId7"/>
    <p:sldId id="269" r:id="rId8"/>
    <p:sldId id="266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A336"/>
    <a:srgbClr val="79B659"/>
    <a:srgbClr val="0069AF"/>
    <a:srgbClr val="272B74"/>
    <a:srgbClr val="D0E9F8"/>
    <a:srgbClr val="E6473B"/>
    <a:srgbClr val="FDE9CA"/>
    <a:srgbClr val="F0583F"/>
    <a:srgbClr val="0065AD"/>
    <a:srgbClr val="CBD9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B5F8BC-6750-4242-8644-D1A262CEAE9E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</dgm:pt>
    <dgm:pt modelId="{FB512B5D-368E-435F-92AB-803F3F789E8F}">
      <dgm:prSet phldrT="[Texto]"/>
      <dgm:spPr>
        <a:solidFill>
          <a:srgbClr val="E6473B"/>
        </a:solidFill>
      </dgm:spPr>
      <dgm:t>
        <a:bodyPr/>
        <a:lstStyle/>
        <a:p>
          <a:pPr>
            <a:buNone/>
          </a:pPr>
          <a:r>
            <a:rPr lang="es-MX" dirty="0">
              <a:solidFill>
                <a:schemeClr val="bg1"/>
              </a:solidFill>
            </a:rPr>
            <a:t>Retroalimentación centrada en la tarea</a:t>
          </a:r>
        </a:p>
      </dgm:t>
    </dgm:pt>
    <dgm:pt modelId="{AB325882-CDAE-4CDB-8BF5-B7ABD488DF9D}" type="parTrans" cxnId="{84FF13B7-6003-498F-BBA8-5AE19C852CC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6B35FD2A-3B0C-41BB-980E-1E6ECA008F6A}" type="sibTrans" cxnId="{84FF13B7-6003-498F-BBA8-5AE19C852CC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AE06971B-895C-4C41-88BF-09B298CB3C8D}">
      <dgm:prSet/>
      <dgm:spPr>
        <a:solidFill>
          <a:srgbClr val="272B74"/>
        </a:solidFill>
      </dgm:spPr>
      <dgm:t>
        <a:bodyPr/>
        <a:lstStyle/>
        <a:p>
          <a:r>
            <a:rPr lang="es-MX" dirty="0">
              <a:solidFill>
                <a:schemeClr val="bg1"/>
              </a:solidFill>
            </a:rPr>
            <a:t>Retroalimentación centrada en el proceso de la tarea</a:t>
          </a:r>
          <a:endParaRPr lang="en-US" dirty="0">
            <a:solidFill>
              <a:schemeClr val="bg1"/>
            </a:solidFill>
          </a:endParaRPr>
        </a:p>
      </dgm:t>
    </dgm:pt>
    <dgm:pt modelId="{6BD33DD8-C720-42FB-A1C6-07A80B9DF9AF}" type="parTrans" cxnId="{34BED82D-C585-4A6A-A6A0-3482733948B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064E526C-A4B9-4EA0-941F-264391CE2D38}" type="sibTrans" cxnId="{34BED82D-C585-4A6A-A6A0-3482733948B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E7D2C438-A498-4C6C-9A1B-CF54C500D224}">
      <dgm:prSet/>
      <dgm:spPr>
        <a:solidFill>
          <a:srgbClr val="79B659"/>
        </a:solidFill>
      </dgm:spPr>
      <dgm:t>
        <a:bodyPr/>
        <a:lstStyle/>
        <a:p>
          <a:r>
            <a:rPr lang="es-MX" dirty="0">
              <a:solidFill>
                <a:schemeClr val="bg1"/>
              </a:solidFill>
            </a:rPr>
            <a:t>Retroalimentación centrada en la </a:t>
          </a:r>
          <a:r>
            <a:rPr lang="es-MX" dirty="0" err="1">
              <a:solidFill>
                <a:schemeClr val="bg1"/>
              </a:solidFill>
            </a:rPr>
            <a:t>autoregulación</a:t>
          </a:r>
          <a:endParaRPr lang="en-US" dirty="0">
            <a:solidFill>
              <a:schemeClr val="bg1"/>
            </a:solidFill>
          </a:endParaRPr>
        </a:p>
      </dgm:t>
    </dgm:pt>
    <dgm:pt modelId="{B79728C2-1818-4E71-9077-0B00E31F923D}" type="parTrans" cxnId="{5EF6A962-9925-4F7A-A89F-252659CB852C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A3F1B1B8-2386-4160-8E04-9E9B0351FCE1}" type="sibTrans" cxnId="{5EF6A962-9925-4F7A-A89F-252659CB852C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0CDCE9CD-464F-4598-AE20-E8D549905FCE}">
      <dgm:prSet/>
      <dgm:spPr>
        <a:solidFill>
          <a:srgbClr val="F3A336"/>
        </a:solidFill>
      </dgm:spPr>
      <dgm:t>
        <a:bodyPr/>
        <a:lstStyle/>
        <a:p>
          <a:r>
            <a:rPr lang="es-MX" dirty="0">
              <a:solidFill>
                <a:schemeClr val="bg1"/>
              </a:solidFill>
            </a:rPr>
            <a:t>Retroalimentación centrada en la persona</a:t>
          </a:r>
          <a:endParaRPr lang="en-US" dirty="0">
            <a:solidFill>
              <a:schemeClr val="bg1"/>
            </a:solidFill>
          </a:endParaRPr>
        </a:p>
      </dgm:t>
    </dgm:pt>
    <dgm:pt modelId="{781EF99C-441E-402F-B464-E74952EBACCB}" type="parTrans" cxnId="{D75BA883-46BA-4D45-87A8-8AEAE477E4F7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3EAC6384-DA44-4EB0-AEC6-9245FCCBE1D8}" type="sibTrans" cxnId="{D75BA883-46BA-4D45-87A8-8AEAE477E4F7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7558BE1D-7497-4779-8492-C99B08012798}" type="pres">
      <dgm:prSet presAssocID="{A6B5F8BC-6750-4242-8644-D1A262CEAE9E}" presName="Name0" presStyleCnt="0">
        <dgm:presLayoutVars>
          <dgm:chMax val="7"/>
          <dgm:chPref val="7"/>
          <dgm:dir/>
        </dgm:presLayoutVars>
      </dgm:prSet>
      <dgm:spPr/>
    </dgm:pt>
    <dgm:pt modelId="{50816626-1F4A-4E31-94E4-C029FD00FC14}" type="pres">
      <dgm:prSet presAssocID="{A6B5F8BC-6750-4242-8644-D1A262CEAE9E}" presName="Name1" presStyleCnt="0"/>
      <dgm:spPr/>
    </dgm:pt>
    <dgm:pt modelId="{57244523-6726-41C0-AAE6-0EBB7602FEDD}" type="pres">
      <dgm:prSet presAssocID="{A6B5F8BC-6750-4242-8644-D1A262CEAE9E}" presName="cycle" presStyleCnt="0"/>
      <dgm:spPr/>
    </dgm:pt>
    <dgm:pt modelId="{6D6BC438-7EC9-45F0-86E5-8059911C85EB}" type="pres">
      <dgm:prSet presAssocID="{A6B5F8BC-6750-4242-8644-D1A262CEAE9E}" presName="srcNode" presStyleLbl="node1" presStyleIdx="0" presStyleCnt="4"/>
      <dgm:spPr/>
    </dgm:pt>
    <dgm:pt modelId="{B11BF638-B6AA-4CE8-BB77-1B4BF9739036}" type="pres">
      <dgm:prSet presAssocID="{A6B5F8BC-6750-4242-8644-D1A262CEAE9E}" presName="conn" presStyleLbl="parChTrans1D2" presStyleIdx="0" presStyleCnt="1"/>
      <dgm:spPr/>
    </dgm:pt>
    <dgm:pt modelId="{D63E9668-803B-4FBA-9944-1E07D1B97463}" type="pres">
      <dgm:prSet presAssocID="{A6B5F8BC-6750-4242-8644-D1A262CEAE9E}" presName="extraNode" presStyleLbl="node1" presStyleIdx="0" presStyleCnt="4"/>
      <dgm:spPr/>
    </dgm:pt>
    <dgm:pt modelId="{463F3259-2F4B-4467-88E5-D1F4611AF47D}" type="pres">
      <dgm:prSet presAssocID="{A6B5F8BC-6750-4242-8644-D1A262CEAE9E}" presName="dstNode" presStyleLbl="node1" presStyleIdx="0" presStyleCnt="4"/>
      <dgm:spPr/>
    </dgm:pt>
    <dgm:pt modelId="{0F531BE5-8DE2-4A0D-8B5E-58CFD5EBA591}" type="pres">
      <dgm:prSet presAssocID="{FB512B5D-368E-435F-92AB-803F3F789E8F}" presName="text_1" presStyleLbl="node1" presStyleIdx="0" presStyleCnt="4" custScaleX="93017">
        <dgm:presLayoutVars>
          <dgm:bulletEnabled val="1"/>
        </dgm:presLayoutVars>
      </dgm:prSet>
      <dgm:spPr/>
    </dgm:pt>
    <dgm:pt modelId="{8381D6CF-B379-4645-BBAC-2485878053B1}" type="pres">
      <dgm:prSet presAssocID="{FB512B5D-368E-435F-92AB-803F3F789E8F}" presName="accent_1" presStyleCnt="0"/>
      <dgm:spPr/>
    </dgm:pt>
    <dgm:pt modelId="{BC65C282-308B-4CF7-A86B-665642833D84}" type="pres">
      <dgm:prSet presAssocID="{FB512B5D-368E-435F-92AB-803F3F789E8F}" presName="accentRepeatNode" presStyleLbl="solidFgAcc1" presStyleIdx="0" presStyleCnt="4" custLinFactNeighborX="16232" custLinFactNeighborY="-2556"/>
      <dgm:spPr/>
    </dgm:pt>
    <dgm:pt modelId="{A8FAA284-9522-4C69-B405-532F3829E6DE}" type="pres">
      <dgm:prSet presAssocID="{AE06971B-895C-4C41-88BF-09B298CB3C8D}" presName="text_2" presStyleLbl="node1" presStyleIdx="1" presStyleCnt="4" custLinFactNeighborX="484" custLinFactNeighborY="-11031">
        <dgm:presLayoutVars>
          <dgm:bulletEnabled val="1"/>
        </dgm:presLayoutVars>
      </dgm:prSet>
      <dgm:spPr/>
    </dgm:pt>
    <dgm:pt modelId="{5B5B13E0-8BB4-443B-B862-E4E19E6A9692}" type="pres">
      <dgm:prSet presAssocID="{AE06971B-895C-4C41-88BF-09B298CB3C8D}" presName="accent_2" presStyleCnt="0"/>
      <dgm:spPr/>
    </dgm:pt>
    <dgm:pt modelId="{9A165DFA-E45E-4295-B515-7A8E544149C1}" type="pres">
      <dgm:prSet presAssocID="{AE06971B-895C-4C41-88BF-09B298CB3C8D}" presName="accentRepeatNode" presStyleLbl="solidFgAcc1" presStyleIdx="1" presStyleCnt="4"/>
      <dgm:spPr/>
    </dgm:pt>
    <dgm:pt modelId="{C4982E82-3025-4BAB-A045-B5B3E6B1C3C1}" type="pres">
      <dgm:prSet presAssocID="{E7D2C438-A498-4C6C-9A1B-CF54C500D224}" presName="text_3" presStyleLbl="node1" presStyleIdx="2" presStyleCnt="4">
        <dgm:presLayoutVars>
          <dgm:bulletEnabled val="1"/>
        </dgm:presLayoutVars>
      </dgm:prSet>
      <dgm:spPr/>
    </dgm:pt>
    <dgm:pt modelId="{CF1158F9-36EC-4BB2-819C-4CDE04705EB2}" type="pres">
      <dgm:prSet presAssocID="{E7D2C438-A498-4C6C-9A1B-CF54C500D224}" presName="accent_3" presStyleCnt="0"/>
      <dgm:spPr/>
    </dgm:pt>
    <dgm:pt modelId="{EB6367E0-400B-4FCE-925F-C6E19DBCB4DA}" type="pres">
      <dgm:prSet presAssocID="{E7D2C438-A498-4C6C-9A1B-CF54C500D224}" presName="accentRepeatNode" presStyleLbl="solidFgAcc1" presStyleIdx="2" presStyleCnt="4"/>
      <dgm:spPr/>
    </dgm:pt>
    <dgm:pt modelId="{53A0E4C2-A0B8-4908-9C10-0A18DEB3F9CA}" type="pres">
      <dgm:prSet presAssocID="{0CDCE9CD-464F-4598-AE20-E8D549905FCE}" presName="text_4" presStyleLbl="node1" presStyleIdx="3" presStyleCnt="4">
        <dgm:presLayoutVars>
          <dgm:bulletEnabled val="1"/>
        </dgm:presLayoutVars>
      </dgm:prSet>
      <dgm:spPr/>
    </dgm:pt>
    <dgm:pt modelId="{65FDAE86-4C1C-4917-90F7-18FE92D0AA02}" type="pres">
      <dgm:prSet presAssocID="{0CDCE9CD-464F-4598-AE20-E8D549905FCE}" presName="accent_4" presStyleCnt="0"/>
      <dgm:spPr/>
    </dgm:pt>
    <dgm:pt modelId="{EA1C654E-68E1-4687-8E32-A56B5CC478CC}" type="pres">
      <dgm:prSet presAssocID="{0CDCE9CD-464F-4598-AE20-E8D549905FCE}" presName="accentRepeatNode" presStyleLbl="solidFgAcc1" presStyleIdx="3" presStyleCnt="4"/>
      <dgm:spPr/>
    </dgm:pt>
  </dgm:ptLst>
  <dgm:cxnLst>
    <dgm:cxn modelId="{284C9318-61CA-4628-8429-8795595A8A62}" type="presOf" srcId="{0CDCE9CD-464F-4598-AE20-E8D549905FCE}" destId="{53A0E4C2-A0B8-4908-9C10-0A18DEB3F9CA}" srcOrd="0" destOrd="0" presId="urn:microsoft.com/office/officeart/2008/layout/VerticalCurvedList"/>
    <dgm:cxn modelId="{34BED82D-C585-4A6A-A6A0-3482733948BE}" srcId="{A6B5F8BC-6750-4242-8644-D1A262CEAE9E}" destId="{AE06971B-895C-4C41-88BF-09B298CB3C8D}" srcOrd="1" destOrd="0" parTransId="{6BD33DD8-C720-42FB-A1C6-07A80B9DF9AF}" sibTransId="{064E526C-A4B9-4EA0-941F-264391CE2D38}"/>
    <dgm:cxn modelId="{5EF6A962-9925-4F7A-A89F-252659CB852C}" srcId="{A6B5F8BC-6750-4242-8644-D1A262CEAE9E}" destId="{E7D2C438-A498-4C6C-9A1B-CF54C500D224}" srcOrd="2" destOrd="0" parTransId="{B79728C2-1818-4E71-9077-0B00E31F923D}" sibTransId="{A3F1B1B8-2386-4160-8E04-9E9B0351FCE1}"/>
    <dgm:cxn modelId="{397A8E4F-32AB-4A50-8C62-C7E2FCE7B6C3}" type="presOf" srcId="{AE06971B-895C-4C41-88BF-09B298CB3C8D}" destId="{A8FAA284-9522-4C69-B405-532F3829E6DE}" srcOrd="0" destOrd="0" presId="urn:microsoft.com/office/officeart/2008/layout/VerticalCurvedList"/>
    <dgm:cxn modelId="{D75BA883-46BA-4D45-87A8-8AEAE477E4F7}" srcId="{A6B5F8BC-6750-4242-8644-D1A262CEAE9E}" destId="{0CDCE9CD-464F-4598-AE20-E8D549905FCE}" srcOrd="3" destOrd="0" parTransId="{781EF99C-441E-402F-B464-E74952EBACCB}" sibTransId="{3EAC6384-DA44-4EB0-AEC6-9245FCCBE1D8}"/>
    <dgm:cxn modelId="{53696A8F-1A30-451D-8E5E-D3862A7DA907}" type="presOf" srcId="{E7D2C438-A498-4C6C-9A1B-CF54C500D224}" destId="{C4982E82-3025-4BAB-A045-B5B3E6B1C3C1}" srcOrd="0" destOrd="0" presId="urn:microsoft.com/office/officeart/2008/layout/VerticalCurvedList"/>
    <dgm:cxn modelId="{E05B4792-5EFC-4AB9-96A7-35A5AD831981}" type="presOf" srcId="{A6B5F8BC-6750-4242-8644-D1A262CEAE9E}" destId="{7558BE1D-7497-4779-8492-C99B08012798}" srcOrd="0" destOrd="0" presId="urn:microsoft.com/office/officeart/2008/layout/VerticalCurvedList"/>
    <dgm:cxn modelId="{84FF13B7-6003-498F-BBA8-5AE19C852CCE}" srcId="{A6B5F8BC-6750-4242-8644-D1A262CEAE9E}" destId="{FB512B5D-368E-435F-92AB-803F3F789E8F}" srcOrd="0" destOrd="0" parTransId="{AB325882-CDAE-4CDB-8BF5-B7ABD488DF9D}" sibTransId="{6B35FD2A-3B0C-41BB-980E-1E6ECA008F6A}"/>
    <dgm:cxn modelId="{11D183BF-ECB4-4D27-B19D-B523003B31F2}" type="presOf" srcId="{6B35FD2A-3B0C-41BB-980E-1E6ECA008F6A}" destId="{B11BF638-B6AA-4CE8-BB77-1B4BF9739036}" srcOrd="0" destOrd="0" presId="urn:microsoft.com/office/officeart/2008/layout/VerticalCurvedList"/>
    <dgm:cxn modelId="{57D318DB-D948-4495-8A48-42FFA250E95E}" type="presOf" srcId="{FB512B5D-368E-435F-92AB-803F3F789E8F}" destId="{0F531BE5-8DE2-4A0D-8B5E-58CFD5EBA591}" srcOrd="0" destOrd="0" presId="urn:microsoft.com/office/officeart/2008/layout/VerticalCurvedList"/>
    <dgm:cxn modelId="{CCB2E270-E740-4612-A0F4-E8612814A585}" type="presParOf" srcId="{7558BE1D-7497-4779-8492-C99B08012798}" destId="{50816626-1F4A-4E31-94E4-C029FD00FC14}" srcOrd="0" destOrd="0" presId="urn:microsoft.com/office/officeart/2008/layout/VerticalCurvedList"/>
    <dgm:cxn modelId="{04ACD901-09CA-49AF-9982-8DF006482C5E}" type="presParOf" srcId="{50816626-1F4A-4E31-94E4-C029FD00FC14}" destId="{57244523-6726-41C0-AAE6-0EBB7602FEDD}" srcOrd="0" destOrd="0" presId="urn:microsoft.com/office/officeart/2008/layout/VerticalCurvedList"/>
    <dgm:cxn modelId="{D24FF89B-8BBD-47D6-BD1C-608EBD2DDD40}" type="presParOf" srcId="{57244523-6726-41C0-AAE6-0EBB7602FEDD}" destId="{6D6BC438-7EC9-45F0-86E5-8059911C85EB}" srcOrd="0" destOrd="0" presId="urn:microsoft.com/office/officeart/2008/layout/VerticalCurvedList"/>
    <dgm:cxn modelId="{CF8BCCA1-FC54-4091-834F-CEB7D6C9F16E}" type="presParOf" srcId="{57244523-6726-41C0-AAE6-0EBB7602FEDD}" destId="{B11BF638-B6AA-4CE8-BB77-1B4BF9739036}" srcOrd="1" destOrd="0" presId="urn:microsoft.com/office/officeart/2008/layout/VerticalCurvedList"/>
    <dgm:cxn modelId="{CB5AA744-D13C-457B-ADB9-E5EF0F458274}" type="presParOf" srcId="{57244523-6726-41C0-AAE6-0EBB7602FEDD}" destId="{D63E9668-803B-4FBA-9944-1E07D1B97463}" srcOrd="2" destOrd="0" presId="urn:microsoft.com/office/officeart/2008/layout/VerticalCurvedList"/>
    <dgm:cxn modelId="{BAA52BD9-B37A-4ADD-BE67-BC45F0300E2D}" type="presParOf" srcId="{57244523-6726-41C0-AAE6-0EBB7602FEDD}" destId="{463F3259-2F4B-4467-88E5-D1F4611AF47D}" srcOrd="3" destOrd="0" presId="urn:microsoft.com/office/officeart/2008/layout/VerticalCurvedList"/>
    <dgm:cxn modelId="{B19B4FF3-38C7-4303-8DCA-D958E5CE0284}" type="presParOf" srcId="{50816626-1F4A-4E31-94E4-C029FD00FC14}" destId="{0F531BE5-8DE2-4A0D-8B5E-58CFD5EBA591}" srcOrd="1" destOrd="0" presId="urn:microsoft.com/office/officeart/2008/layout/VerticalCurvedList"/>
    <dgm:cxn modelId="{8472773B-75E1-4B41-80BB-58F172D61E9A}" type="presParOf" srcId="{50816626-1F4A-4E31-94E4-C029FD00FC14}" destId="{8381D6CF-B379-4645-BBAC-2485878053B1}" srcOrd="2" destOrd="0" presId="urn:microsoft.com/office/officeart/2008/layout/VerticalCurvedList"/>
    <dgm:cxn modelId="{68EBB83A-D0B9-4250-88D9-8D9AC686E289}" type="presParOf" srcId="{8381D6CF-B379-4645-BBAC-2485878053B1}" destId="{BC65C282-308B-4CF7-A86B-665642833D84}" srcOrd="0" destOrd="0" presId="urn:microsoft.com/office/officeart/2008/layout/VerticalCurvedList"/>
    <dgm:cxn modelId="{7F61D398-EE1B-407F-AAEB-4A8496D39ABD}" type="presParOf" srcId="{50816626-1F4A-4E31-94E4-C029FD00FC14}" destId="{A8FAA284-9522-4C69-B405-532F3829E6DE}" srcOrd="3" destOrd="0" presId="urn:microsoft.com/office/officeart/2008/layout/VerticalCurvedList"/>
    <dgm:cxn modelId="{2C69E5C2-DF56-401F-A928-1FBD5416D313}" type="presParOf" srcId="{50816626-1F4A-4E31-94E4-C029FD00FC14}" destId="{5B5B13E0-8BB4-443B-B862-E4E19E6A9692}" srcOrd="4" destOrd="0" presId="urn:microsoft.com/office/officeart/2008/layout/VerticalCurvedList"/>
    <dgm:cxn modelId="{5330BEA6-85C9-424D-9599-BF314F0300A8}" type="presParOf" srcId="{5B5B13E0-8BB4-443B-B862-E4E19E6A9692}" destId="{9A165DFA-E45E-4295-B515-7A8E544149C1}" srcOrd="0" destOrd="0" presId="urn:microsoft.com/office/officeart/2008/layout/VerticalCurvedList"/>
    <dgm:cxn modelId="{886CF8F5-B460-4FFA-81A8-A6A93CCA4912}" type="presParOf" srcId="{50816626-1F4A-4E31-94E4-C029FD00FC14}" destId="{C4982E82-3025-4BAB-A045-B5B3E6B1C3C1}" srcOrd="5" destOrd="0" presId="urn:microsoft.com/office/officeart/2008/layout/VerticalCurvedList"/>
    <dgm:cxn modelId="{E64CCF9D-AF29-49D6-B92F-74AA8697FD13}" type="presParOf" srcId="{50816626-1F4A-4E31-94E4-C029FD00FC14}" destId="{CF1158F9-36EC-4BB2-819C-4CDE04705EB2}" srcOrd="6" destOrd="0" presId="urn:microsoft.com/office/officeart/2008/layout/VerticalCurvedList"/>
    <dgm:cxn modelId="{485A9D37-5E30-4E03-9B6A-44D69B66AF8B}" type="presParOf" srcId="{CF1158F9-36EC-4BB2-819C-4CDE04705EB2}" destId="{EB6367E0-400B-4FCE-925F-C6E19DBCB4DA}" srcOrd="0" destOrd="0" presId="urn:microsoft.com/office/officeart/2008/layout/VerticalCurvedList"/>
    <dgm:cxn modelId="{F979099C-4E15-40E1-B60E-C60CECE07A76}" type="presParOf" srcId="{50816626-1F4A-4E31-94E4-C029FD00FC14}" destId="{53A0E4C2-A0B8-4908-9C10-0A18DEB3F9CA}" srcOrd="7" destOrd="0" presId="urn:microsoft.com/office/officeart/2008/layout/VerticalCurvedList"/>
    <dgm:cxn modelId="{AA8A8F3E-2179-4C8E-8056-CB18927AC716}" type="presParOf" srcId="{50816626-1F4A-4E31-94E4-C029FD00FC14}" destId="{65FDAE86-4C1C-4917-90F7-18FE92D0AA02}" srcOrd="8" destOrd="0" presId="urn:microsoft.com/office/officeart/2008/layout/VerticalCurvedList"/>
    <dgm:cxn modelId="{113172EA-5990-4CD6-852C-264A3CFE83F2}" type="presParOf" srcId="{65FDAE86-4C1C-4917-90F7-18FE92D0AA02}" destId="{EA1C654E-68E1-4687-8E32-A56B5CC478C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B5F8BC-6750-4242-8644-D1A262CEAE9E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</dgm:pt>
    <dgm:pt modelId="{FB512B5D-368E-435F-92AB-803F3F789E8F}">
      <dgm:prSet phldrT="[Texto]"/>
      <dgm:spPr>
        <a:solidFill>
          <a:srgbClr val="E6473B"/>
        </a:solidFill>
      </dgm:spPr>
      <dgm:t>
        <a:bodyPr/>
        <a:lstStyle/>
        <a:p>
          <a:pPr>
            <a:buNone/>
          </a:pPr>
          <a:r>
            <a:rPr lang="es-MX" dirty="0">
              <a:solidFill>
                <a:schemeClr val="bg1"/>
              </a:solidFill>
            </a:rPr>
            <a:t>La necesidad de conocimiento del alumno</a:t>
          </a:r>
        </a:p>
      </dgm:t>
    </dgm:pt>
    <dgm:pt modelId="{AB325882-CDAE-4CDB-8BF5-B7ABD488DF9D}" type="parTrans" cxnId="{84FF13B7-6003-498F-BBA8-5AE19C852CC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6B35FD2A-3B0C-41BB-980E-1E6ECA008F6A}" type="sibTrans" cxnId="{84FF13B7-6003-498F-BBA8-5AE19C852CC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AE06971B-895C-4C41-88BF-09B298CB3C8D}">
      <dgm:prSet/>
      <dgm:spPr>
        <a:solidFill>
          <a:srgbClr val="272B7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El </a:t>
          </a:r>
          <a:r>
            <a:rPr lang="en-US" dirty="0" err="1">
              <a:solidFill>
                <a:schemeClr val="bg1"/>
              </a:solidFill>
            </a:rPr>
            <a:t>aprendizaje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autodirigido</a:t>
          </a:r>
          <a:endParaRPr lang="en-US" dirty="0">
            <a:solidFill>
              <a:schemeClr val="bg1"/>
            </a:solidFill>
          </a:endParaRPr>
        </a:p>
      </dgm:t>
    </dgm:pt>
    <dgm:pt modelId="{6BD33DD8-C720-42FB-A1C6-07A80B9DF9AF}" type="parTrans" cxnId="{34BED82D-C585-4A6A-A6A0-3482733948B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064E526C-A4B9-4EA0-941F-264391CE2D38}" type="sibTrans" cxnId="{34BED82D-C585-4A6A-A6A0-3482733948B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E7D2C438-A498-4C6C-9A1B-CF54C500D224}">
      <dgm:prSet/>
      <dgm:spPr>
        <a:solidFill>
          <a:srgbClr val="79B659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Las experiencias previas del </a:t>
          </a:r>
          <a:r>
            <a:rPr lang="en-US" dirty="0" err="1">
              <a:solidFill>
                <a:schemeClr val="bg1"/>
              </a:solidFill>
            </a:rPr>
            <a:t>alumno</a:t>
          </a:r>
          <a:endParaRPr lang="en-US" dirty="0">
            <a:solidFill>
              <a:schemeClr val="bg1"/>
            </a:solidFill>
          </a:endParaRPr>
        </a:p>
      </dgm:t>
    </dgm:pt>
    <dgm:pt modelId="{B79728C2-1818-4E71-9077-0B00E31F923D}" type="parTrans" cxnId="{5EF6A962-9925-4F7A-A89F-252659CB852C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A3F1B1B8-2386-4160-8E04-9E9B0351FCE1}" type="sibTrans" cxnId="{5EF6A962-9925-4F7A-A89F-252659CB852C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0CDCE9CD-464F-4598-AE20-E8D549905FCE}">
      <dgm:prSet/>
      <dgm:spPr>
        <a:solidFill>
          <a:srgbClr val="F3A336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 </a:t>
          </a:r>
          <a:r>
            <a:rPr lang="en-US" dirty="0" err="1">
              <a:solidFill>
                <a:schemeClr val="bg1"/>
              </a:solidFill>
            </a:rPr>
            <a:t>disposición</a:t>
          </a:r>
          <a:r>
            <a:rPr lang="en-US" dirty="0">
              <a:solidFill>
                <a:schemeClr val="bg1"/>
              </a:solidFill>
            </a:rPr>
            <a:t> para </a:t>
          </a:r>
          <a:r>
            <a:rPr lang="en-US" dirty="0" err="1">
              <a:solidFill>
                <a:schemeClr val="bg1"/>
              </a:solidFill>
            </a:rPr>
            <a:t>aprender</a:t>
          </a:r>
          <a:endParaRPr lang="en-US" dirty="0">
            <a:solidFill>
              <a:schemeClr val="bg1"/>
            </a:solidFill>
          </a:endParaRPr>
        </a:p>
      </dgm:t>
    </dgm:pt>
    <dgm:pt modelId="{781EF99C-441E-402F-B464-E74952EBACCB}" type="parTrans" cxnId="{D75BA883-46BA-4D45-87A8-8AEAE477E4F7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3EAC6384-DA44-4EB0-AEC6-9245FCCBE1D8}" type="sibTrans" cxnId="{D75BA883-46BA-4D45-87A8-8AEAE477E4F7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FAF94357-0E05-45BE-9CA4-4004C1CAB1DB}">
      <dgm:prSet/>
      <dgm:spPr>
        <a:solidFill>
          <a:srgbClr val="0069AF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 </a:t>
          </a:r>
          <a:r>
            <a:rPr lang="en-US" dirty="0" err="1">
              <a:solidFill>
                <a:schemeClr val="bg1"/>
              </a:solidFill>
            </a:rPr>
            <a:t>orientación</a:t>
          </a:r>
          <a:r>
            <a:rPr lang="en-US" dirty="0">
              <a:solidFill>
                <a:schemeClr val="bg1"/>
              </a:solidFill>
            </a:rPr>
            <a:t> para </a:t>
          </a:r>
          <a:r>
            <a:rPr lang="en-US" dirty="0" err="1">
              <a:solidFill>
                <a:schemeClr val="bg1"/>
              </a:solidFill>
            </a:rPr>
            <a:t>aprender</a:t>
          </a:r>
          <a:r>
            <a:rPr lang="en-US" dirty="0">
              <a:solidFill>
                <a:schemeClr val="bg1"/>
              </a:solidFill>
            </a:rPr>
            <a:t> y resolver </a:t>
          </a:r>
          <a:r>
            <a:rPr lang="en-US" dirty="0" err="1">
              <a:solidFill>
                <a:schemeClr val="bg1"/>
              </a:solidFill>
            </a:rPr>
            <a:t>problemas</a:t>
          </a:r>
          <a:endParaRPr lang="en-US" dirty="0">
            <a:solidFill>
              <a:schemeClr val="bg1"/>
            </a:solidFill>
          </a:endParaRPr>
        </a:p>
      </dgm:t>
    </dgm:pt>
    <dgm:pt modelId="{B9C54D44-60E0-4DC9-A4CC-7C9BB2113011}" type="parTrans" cxnId="{49EE3E83-7DAC-48D2-A569-2EE354FFFA7D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BC7B37DE-7DB6-4E3E-BFF5-58C4D7A4B1EF}" type="sibTrans" cxnId="{49EE3E83-7DAC-48D2-A569-2EE354FFFA7D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7FDF9F05-84CA-4E4D-A30E-CF8572DBCA7C}">
      <dgm:prSet/>
      <dgm:spPr>
        <a:solidFill>
          <a:srgbClr val="D0E9F8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La Motivación para </a:t>
          </a:r>
          <a:r>
            <a:rPr lang="en-US" dirty="0" err="1">
              <a:solidFill>
                <a:schemeClr val="tx1"/>
              </a:solidFill>
            </a:rPr>
            <a:t>aprender</a:t>
          </a:r>
          <a:endParaRPr lang="en-US" dirty="0">
            <a:solidFill>
              <a:schemeClr val="tx1"/>
            </a:solidFill>
          </a:endParaRPr>
        </a:p>
      </dgm:t>
    </dgm:pt>
    <dgm:pt modelId="{39B006D0-87F9-48FD-B3C3-154F30944338}" type="parTrans" cxnId="{2099D627-11A5-4E8A-9EF7-AE9008FD1493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BC095551-64D3-4A3B-900C-8A1516436E90}" type="sibTrans" cxnId="{2099D627-11A5-4E8A-9EF7-AE9008FD1493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7558BE1D-7497-4779-8492-C99B08012798}" type="pres">
      <dgm:prSet presAssocID="{A6B5F8BC-6750-4242-8644-D1A262CEAE9E}" presName="Name0" presStyleCnt="0">
        <dgm:presLayoutVars>
          <dgm:chMax val="7"/>
          <dgm:chPref val="7"/>
          <dgm:dir/>
        </dgm:presLayoutVars>
      </dgm:prSet>
      <dgm:spPr/>
    </dgm:pt>
    <dgm:pt modelId="{50816626-1F4A-4E31-94E4-C029FD00FC14}" type="pres">
      <dgm:prSet presAssocID="{A6B5F8BC-6750-4242-8644-D1A262CEAE9E}" presName="Name1" presStyleCnt="0"/>
      <dgm:spPr/>
    </dgm:pt>
    <dgm:pt modelId="{57244523-6726-41C0-AAE6-0EBB7602FEDD}" type="pres">
      <dgm:prSet presAssocID="{A6B5F8BC-6750-4242-8644-D1A262CEAE9E}" presName="cycle" presStyleCnt="0"/>
      <dgm:spPr/>
    </dgm:pt>
    <dgm:pt modelId="{6D6BC438-7EC9-45F0-86E5-8059911C85EB}" type="pres">
      <dgm:prSet presAssocID="{A6B5F8BC-6750-4242-8644-D1A262CEAE9E}" presName="srcNode" presStyleLbl="node1" presStyleIdx="0" presStyleCnt="6"/>
      <dgm:spPr/>
    </dgm:pt>
    <dgm:pt modelId="{B11BF638-B6AA-4CE8-BB77-1B4BF9739036}" type="pres">
      <dgm:prSet presAssocID="{A6B5F8BC-6750-4242-8644-D1A262CEAE9E}" presName="conn" presStyleLbl="parChTrans1D2" presStyleIdx="0" presStyleCnt="1"/>
      <dgm:spPr/>
    </dgm:pt>
    <dgm:pt modelId="{D63E9668-803B-4FBA-9944-1E07D1B97463}" type="pres">
      <dgm:prSet presAssocID="{A6B5F8BC-6750-4242-8644-D1A262CEAE9E}" presName="extraNode" presStyleLbl="node1" presStyleIdx="0" presStyleCnt="6"/>
      <dgm:spPr/>
    </dgm:pt>
    <dgm:pt modelId="{463F3259-2F4B-4467-88E5-D1F4611AF47D}" type="pres">
      <dgm:prSet presAssocID="{A6B5F8BC-6750-4242-8644-D1A262CEAE9E}" presName="dstNode" presStyleLbl="node1" presStyleIdx="0" presStyleCnt="6"/>
      <dgm:spPr/>
    </dgm:pt>
    <dgm:pt modelId="{0F531BE5-8DE2-4A0D-8B5E-58CFD5EBA591}" type="pres">
      <dgm:prSet presAssocID="{FB512B5D-368E-435F-92AB-803F3F789E8F}" presName="text_1" presStyleLbl="node1" presStyleIdx="0" presStyleCnt="6" custScaleX="93017">
        <dgm:presLayoutVars>
          <dgm:bulletEnabled val="1"/>
        </dgm:presLayoutVars>
      </dgm:prSet>
      <dgm:spPr/>
    </dgm:pt>
    <dgm:pt modelId="{8381D6CF-B379-4645-BBAC-2485878053B1}" type="pres">
      <dgm:prSet presAssocID="{FB512B5D-368E-435F-92AB-803F3F789E8F}" presName="accent_1" presStyleCnt="0"/>
      <dgm:spPr/>
    </dgm:pt>
    <dgm:pt modelId="{BC65C282-308B-4CF7-A86B-665642833D84}" type="pres">
      <dgm:prSet presAssocID="{FB512B5D-368E-435F-92AB-803F3F789E8F}" presName="accentRepeatNode" presStyleLbl="solidFgAcc1" presStyleIdx="0" presStyleCnt="6" custLinFactNeighborX="16232" custLinFactNeighborY="-2556"/>
      <dgm:spPr/>
    </dgm:pt>
    <dgm:pt modelId="{A8FAA284-9522-4C69-B405-532F3829E6DE}" type="pres">
      <dgm:prSet presAssocID="{AE06971B-895C-4C41-88BF-09B298CB3C8D}" presName="text_2" presStyleLbl="node1" presStyleIdx="1" presStyleCnt="6">
        <dgm:presLayoutVars>
          <dgm:bulletEnabled val="1"/>
        </dgm:presLayoutVars>
      </dgm:prSet>
      <dgm:spPr/>
    </dgm:pt>
    <dgm:pt modelId="{5B5B13E0-8BB4-443B-B862-E4E19E6A9692}" type="pres">
      <dgm:prSet presAssocID="{AE06971B-895C-4C41-88BF-09B298CB3C8D}" presName="accent_2" presStyleCnt="0"/>
      <dgm:spPr/>
    </dgm:pt>
    <dgm:pt modelId="{9A165DFA-E45E-4295-B515-7A8E544149C1}" type="pres">
      <dgm:prSet presAssocID="{AE06971B-895C-4C41-88BF-09B298CB3C8D}" presName="accentRepeatNode" presStyleLbl="solidFgAcc1" presStyleIdx="1" presStyleCnt="6"/>
      <dgm:spPr/>
    </dgm:pt>
    <dgm:pt modelId="{C4982E82-3025-4BAB-A045-B5B3E6B1C3C1}" type="pres">
      <dgm:prSet presAssocID="{E7D2C438-A498-4C6C-9A1B-CF54C500D224}" presName="text_3" presStyleLbl="node1" presStyleIdx="2" presStyleCnt="6">
        <dgm:presLayoutVars>
          <dgm:bulletEnabled val="1"/>
        </dgm:presLayoutVars>
      </dgm:prSet>
      <dgm:spPr/>
    </dgm:pt>
    <dgm:pt modelId="{CF1158F9-36EC-4BB2-819C-4CDE04705EB2}" type="pres">
      <dgm:prSet presAssocID="{E7D2C438-A498-4C6C-9A1B-CF54C500D224}" presName="accent_3" presStyleCnt="0"/>
      <dgm:spPr/>
    </dgm:pt>
    <dgm:pt modelId="{EB6367E0-400B-4FCE-925F-C6E19DBCB4DA}" type="pres">
      <dgm:prSet presAssocID="{E7D2C438-A498-4C6C-9A1B-CF54C500D224}" presName="accentRepeatNode" presStyleLbl="solidFgAcc1" presStyleIdx="2" presStyleCnt="6"/>
      <dgm:spPr/>
    </dgm:pt>
    <dgm:pt modelId="{53A0E4C2-A0B8-4908-9C10-0A18DEB3F9CA}" type="pres">
      <dgm:prSet presAssocID="{0CDCE9CD-464F-4598-AE20-E8D549905FCE}" presName="text_4" presStyleLbl="node1" presStyleIdx="3" presStyleCnt="6">
        <dgm:presLayoutVars>
          <dgm:bulletEnabled val="1"/>
        </dgm:presLayoutVars>
      </dgm:prSet>
      <dgm:spPr/>
    </dgm:pt>
    <dgm:pt modelId="{65FDAE86-4C1C-4917-90F7-18FE92D0AA02}" type="pres">
      <dgm:prSet presAssocID="{0CDCE9CD-464F-4598-AE20-E8D549905FCE}" presName="accent_4" presStyleCnt="0"/>
      <dgm:spPr/>
    </dgm:pt>
    <dgm:pt modelId="{EA1C654E-68E1-4687-8E32-A56B5CC478CC}" type="pres">
      <dgm:prSet presAssocID="{0CDCE9CD-464F-4598-AE20-E8D549905FCE}" presName="accentRepeatNode" presStyleLbl="solidFgAcc1" presStyleIdx="3" presStyleCnt="6"/>
      <dgm:spPr/>
    </dgm:pt>
    <dgm:pt modelId="{96D607FC-A649-4800-A701-5F7F4E11DABE}" type="pres">
      <dgm:prSet presAssocID="{FAF94357-0E05-45BE-9CA4-4004C1CAB1DB}" presName="text_5" presStyleLbl="node1" presStyleIdx="4" presStyleCnt="6">
        <dgm:presLayoutVars>
          <dgm:bulletEnabled val="1"/>
        </dgm:presLayoutVars>
      </dgm:prSet>
      <dgm:spPr/>
    </dgm:pt>
    <dgm:pt modelId="{012A381F-30A7-4108-8E89-A2DD6D398E33}" type="pres">
      <dgm:prSet presAssocID="{FAF94357-0E05-45BE-9CA4-4004C1CAB1DB}" presName="accent_5" presStyleCnt="0"/>
      <dgm:spPr/>
    </dgm:pt>
    <dgm:pt modelId="{4E686C83-8C80-45B8-A042-5964519D4640}" type="pres">
      <dgm:prSet presAssocID="{FAF94357-0E05-45BE-9CA4-4004C1CAB1DB}" presName="accentRepeatNode" presStyleLbl="solidFgAcc1" presStyleIdx="4" presStyleCnt="6"/>
      <dgm:spPr/>
    </dgm:pt>
    <dgm:pt modelId="{DDB7BDA2-66E1-4ED8-8180-0A1F83C41503}" type="pres">
      <dgm:prSet presAssocID="{7FDF9F05-84CA-4E4D-A30E-CF8572DBCA7C}" presName="text_6" presStyleLbl="node1" presStyleIdx="5" presStyleCnt="6">
        <dgm:presLayoutVars>
          <dgm:bulletEnabled val="1"/>
        </dgm:presLayoutVars>
      </dgm:prSet>
      <dgm:spPr/>
    </dgm:pt>
    <dgm:pt modelId="{96B2D28E-B5C3-4F23-9E16-D25DD6291887}" type="pres">
      <dgm:prSet presAssocID="{7FDF9F05-84CA-4E4D-A30E-CF8572DBCA7C}" presName="accent_6" presStyleCnt="0"/>
      <dgm:spPr/>
    </dgm:pt>
    <dgm:pt modelId="{70A2A70E-9117-45D3-B302-C3BD5B2F3DF4}" type="pres">
      <dgm:prSet presAssocID="{7FDF9F05-84CA-4E4D-A30E-CF8572DBCA7C}" presName="accentRepeatNode" presStyleLbl="solidFgAcc1" presStyleIdx="5" presStyleCnt="6"/>
      <dgm:spPr/>
    </dgm:pt>
  </dgm:ptLst>
  <dgm:cxnLst>
    <dgm:cxn modelId="{284C9318-61CA-4628-8429-8795595A8A62}" type="presOf" srcId="{0CDCE9CD-464F-4598-AE20-E8D549905FCE}" destId="{53A0E4C2-A0B8-4908-9C10-0A18DEB3F9CA}" srcOrd="0" destOrd="0" presId="urn:microsoft.com/office/officeart/2008/layout/VerticalCurvedList"/>
    <dgm:cxn modelId="{2099D627-11A5-4E8A-9EF7-AE9008FD1493}" srcId="{A6B5F8BC-6750-4242-8644-D1A262CEAE9E}" destId="{7FDF9F05-84CA-4E4D-A30E-CF8572DBCA7C}" srcOrd="5" destOrd="0" parTransId="{39B006D0-87F9-48FD-B3C3-154F30944338}" sibTransId="{BC095551-64D3-4A3B-900C-8A1516436E90}"/>
    <dgm:cxn modelId="{34BED82D-C585-4A6A-A6A0-3482733948BE}" srcId="{A6B5F8BC-6750-4242-8644-D1A262CEAE9E}" destId="{AE06971B-895C-4C41-88BF-09B298CB3C8D}" srcOrd="1" destOrd="0" parTransId="{6BD33DD8-C720-42FB-A1C6-07A80B9DF9AF}" sibTransId="{064E526C-A4B9-4EA0-941F-264391CE2D38}"/>
    <dgm:cxn modelId="{5EF6A962-9925-4F7A-A89F-252659CB852C}" srcId="{A6B5F8BC-6750-4242-8644-D1A262CEAE9E}" destId="{E7D2C438-A498-4C6C-9A1B-CF54C500D224}" srcOrd="2" destOrd="0" parTransId="{B79728C2-1818-4E71-9077-0B00E31F923D}" sibTransId="{A3F1B1B8-2386-4160-8E04-9E9B0351FCE1}"/>
    <dgm:cxn modelId="{B6DEAA48-69C2-43AA-9EE4-56DCD157B358}" type="presOf" srcId="{7FDF9F05-84CA-4E4D-A30E-CF8572DBCA7C}" destId="{DDB7BDA2-66E1-4ED8-8180-0A1F83C41503}" srcOrd="0" destOrd="0" presId="urn:microsoft.com/office/officeart/2008/layout/VerticalCurvedList"/>
    <dgm:cxn modelId="{397A8E4F-32AB-4A50-8C62-C7E2FCE7B6C3}" type="presOf" srcId="{AE06971B-895C-4C41-88BF-09B298CB3C8D}" destId="{A8FAA284-9522-4C69-B405-532F3829E6DE}" srcOrd="0" destOrd="0" presId="urn:microsoft.com/office/officeart/2008/layout/VerticalCurvedList"/>
    <dgm:cxn modelId="{49EE3E83-7DAC-48D2-A569-2EE354FFFA7D}" srcId="{A6B5F8BC-6750-4242-8644-D1A262CEAE9E}" destId="{FAF94357-0E05-45BE-9CA4-4004C1CAB1DB}" srcOrd="4" destOrd="0" parTransId="{B9C54D44-60E0-4DC9-A4CC-7C9BB2113011}" sibTransId="{BC7B37DE-7DB6-4E3E-BFF5-58C4D7A4B1EF}"/>
    <dgm:cxn modelId="{D75BA883-46BA-4D45-87A8-8AEAE477E4F7}" srcId="{A6B5F8BC-6750-4242-8644-D1A262CEAE9E}" destId="{0CDCE9CD-464F-4598-AE20-E8D549905FCE}" srcOrd="3" destOrd="0" parTransId="{781EF99C-441E-402F-B464-E74952EBACCB}" sibTransId="{3EAC6384-DA44-4EB0-AEC6-9245FCCBE1D8}"/>
    <dgm:cxn modelId="{53696A8F-1A30-451D-8E5E-D3862A7DA907}" type="presOf" srcId="{E7D2C438-A498-4C6C-9A1B-CF54C500D224}" destId="{C4982E82-3025-4BAB-A045-B5B3E6B1C3C1}" srcOrd="0" destOrd="0" presId="urn:microsoft.com/office/officeart/2008/layout/VerticalCurvedList"/>
    <dgm:cxn modelId="{E05B4792-5EFC-4AB9-96A7-35A5AD831981}" type="presOf" srcId="{A6B5F8BC-6750-4242-8644-D1A262CEAE9E}" destId="{7558BE1D-7497-4779-8492-C99B08012798}" srcOrd="0" destOrd="0" presId="urn:microsoft.com/office/officeart/2008/layout/VerticalCurvedList"/>
    <dgm:cxn modelId="{84FF13B7-6003-498F-BBA8-5AE19C852CCE}" srcId="{A6B5F8BC-6750-4242-8644-D1A262CEAE9E}" destId="{FB512B5D-368E-435F-92AB-803F3F789E8F}" srcOrd="0" destOrd="0" parTransId="{AB325882-CDAE-4CDB-8BF5-B7ABD488DF9D}" sibTransId="{6B35FD2A-3B0C-41BB-980E-1E6ECA008F6A}"/>
    <dgm:cxn modelId="{11D183BF-ECB4-4D27-B19D-B523003B31F2}" type="presOf" srcId="{6B35FD2A-3B0C-41BB-980E-1E6ECA008F6A}" destId="{B11BF638-B6AA-4CE8-BB77-1B4BF9739036}" srcOrd="0" destOrd="0" presId="urn:microsoft.com/office/officeart/2008/layout/VerticalCurvedList"/>
    <dgm:cxn modelId="{644F76DA-416F-4E40-A24F-1EE22793D484}" type="presOf" srcId="{FAF94357-0E05-45BE-9CA4-4004C1CAB1DB}" destId="{96D607FC-A649-4800-A701-5F7F4E11DABE}" srcOrd="0" destOrd="0" presId="urn:microsoft.com/office/officeart/2008/layout/VerticalCurvedList"/>
    <dgm:cxn modelId="{57D318DB-D948-4495-8A48-42FFA250E95E}" type="presOf" srcId="{FB512B5D-368E-435F-92AB-803F3F789E8F}" destId="{0F531BE5-8DE2-4A0D-8B5E-58CFD5EBA591}" srcOrd="0" destOrd="0" presId="urn:microsoft.com/office/officeart/2008/layout/VerticalCurvedList"/>
    <dgm:cxn modelId="{CCB2E270-E740-4612-A0F4-E8612814A585}" type="presParOf" srcId="{7558BE1D-7497-4779-8492-C99B08012798}" destId="{50816626-1F4A-4E31-94E4-C029FD00FC14}" srcOrd="0" destOrd="0" presId="urn:microsoft.com/office/officeart/2008/layout/VerticalCurvedList"/>
    <dgm:cxn modelId="{04ACD901-09CA-49AF-9982-8DF006482C5E}" type="presParOf" srcId="{50816626-1F4A-4E31-94E4-C029FD00FC14}" destId="{57244523-6726-41C0-AAE6-0EBB7602FEDD}" srcOrd="0" destOrd="0" presId="urn:microsoft.com/office/officeart/2008/layout/VerticalCurvedList"/>
    <dgm:cxn modelId="{D24FF89B-8BBD-47D6-BD1C-608EBD2DDD40}" type="presParOf" srcId="{57244523-6726-41C0-AAE6-0EBB7602FEDD}" destId="{6D6BC438-7EC9-45F0-86E5-8059911C85EB}" srcOrd="0" destOrd="0" presId="urn:microsoft.com/office/officeart/2008/layout/VerticalCurvedList"/>
    <dgm:cxn modelId="{CF8BCCA1-FC54-4091-834F-CEB7D6C9F16E}" type="presParOf" srcId="{57244523-6726-41C0-AAE6-0EBB7602FEDD}" destId="{B11BF638-B6AA-4CE8-BB77-1B4BF9739036}" srcOrd="1" destOrd="0" presId="urn:microsoft.com/office/officeart/2008/layout/VerticalCurvedList"/>
    <dgm:cxn modelId="{CB5AA744-D13C-457B-ADB9-E5EF0F458274}" type="presParOf" srcId="{57244523-6726-41C0-AAE6-0EBB7602FEDD}" destId="{D63E9668-803B-4FBA-9944-1E07D1B97463}" srcOrd="2" destOrd="0" presId="urn:microsoft.com/office/officeart/2008/layout/VerticalCurvedList"/>
    <dgm:cxn modelId="{BAA52BD9-B37A-4ADD-BE67-BC45F0300E2D}" type="presParOf" srcId="{57244523-6726-41C0-AAE6-0EBB7602FEDD}" destId="{463F3259-2F4B-4467-88E5-D1F4611AF47D}" srcOrd="3" destOrd="0" presId="urn:microsoft.com/office/officeart/2008/layout/VerticalCurvedList"/>
    <dgm:cxn modelId="{B19B4FF3-38C7-4303-8DCA-D958E5CE0284}" type="presParOf" srcId="{50816626-1F4A-4E31-94E4-C029FD00FC14}" destId="{0F531BE5-8DE2-4A0D-8B5E-58CFD5EBA591}" srcOrd="1" destOrd="0" presId="urn:microsoft.com/office/officeart/2008/layout/VerticalCurvedList"/>
    <dgm:cxn modelId="{8472773B-75E1-4B41-80BB-58F172D61E9A}" type="presParOf" srcId="{50816626-1F4A-4E31-94E4-C029FD00FC14}" destId="{8381D6CF-B379-4645-BBAC-2485878053B1}" srcOrd="2" destOrd="0" presId="urn:microsoft.com/office/officeart/2008/layout/VerticalCurvedList"/>
    <dgm:cxn modelId="{68EBB83A-D0B9-4250-88D9-8D9AC686E289}" type="presParOf" srcId="{8381D6CF-B379-4645-BBAC-2485878053B1}" destId="{BC65C282-308B-4CF7-A86B-665642833D84}" srcOrd="0" destOrd="0" presId="urn:microsoft.com/office/officeart/2008/layout/VerticalCurvedList"/>
    <dgm:cxn modelId="{7F61D398-EE1B-407F-AAEB-4A8496D39ABD}" type="presParOf" srcId="{50816626-1F4A-4E31-94E4-C029FD00FC14}" destId="{A8FAA284-9522-4C69-B405-532F3829E6DE}" srcOrd="3" destOrd="0" presId="urn:microsoft.com/office/officeart/2008/layout/VerticalCurvedList"/>
    <dgm:cxn modelId="{2C69E5C2-DF56-401F-A928-1FBD5416D313}" type="presParOf" srcId="{50816626-1F4A-4E31-94E4-C029FD00FC14}" destId="{5B5B13E0-8BB4-443B-B862-E4E19E6A9692}" srcOrd="4" destOrd="0" presId="urn:microsoft.com/office/officeart/2008/layout/VerticalCurvedList"/>
    <dgm:cxn modelId="{5330BEA6-85C9-424D-9599-BF314F0300A8}" type="presParOf" srcId="{5B5B13E0-8BB4-443B-B862-E4E19E6A9692}" destId="{9A165DFA-E45E-4295-B515-7A8E544149C1}" srcOrd="0" destOrd="0" presId="urn:microsoft.com/office/officeart/2008/layout/VerticalCurvedList"/>
    <dgm:cxn modelId="{886CF8F5-B460-4FFA-81A8-A6A93CCA4912}" type="presParOf" srcId="{50816626-1F4A-4E31-94E4-C029FD00FC14}" destId="{C4982E82-3025-4BAB-A045-B5B3E6B1C3C1}" srcOrd="5" destOrd="0" presId="urn:microsoft.com/office/officeart/2008/layout/VerticalCurvedList"/>
    <dgm:cxn modelId="{E64CCF9D-AF29-49D6-B92F-74AA8697FD13}" type="presParOf" srcId="{50816626-1F4A-4E31-94E4-C029FD00FC14}" destId="{CF1158F9-36EC-4BB2-819C-4CDE04705EB2}" srcOrd="6" destOrd="0" presId="urn:microsoft.com/office/officeart/2008/layout/VerticalCurvedList"/>
    <dgm:cxn modelId="{485A9D37-5E30-4E03-9B6A-44D69B66AF8B}" type="presParOf" srcId="{CF1158F9-36EC-4BB2-819C-4CDE04705EB2}" destId="{EB6367E0-400B-4FCE-925F-C6E19DBCB4DA}" srcOrd="0" destOrd="0" presId="urn:microsoft.com/office/officeart/2008/layout/VerticalCurvedList"/>
    <dgm:cxn modelId="{F979099C-4E15-40E1-B60E-C60CECE07A76}" type="presParOf" srcId="{50816626-1F4A-4E31-94E4-C029FD00FC14}" destId="{53A0E4C2-A0B8-4908-9C10-0A18DEB3F9CA}" srcOrd="7" destOrd="0" presId="urn:microsoft.com/office/officeart/2008/layout/VerticalCurvedList"/>
    <dgm:cxn modelId="{AA8A8F3E-2179-4C8E-8056-CB18927AC716}" type="presParOf" srcId="{50816626-1F4A-4E31-94E4-C029FD00FC14}" destId="{65FDAE86-4C1C-4917-90F7-18FE92D0AA02}" srcOrd="8" destOrd="0" presId="urn:microsoft.com/office/officeart/2008/layout/VerticalCurvedList"/>
    <dgm:cxn modelId="{113172EA-5990-4CD6-852C-264A3CFE83F2}" type="presParOf" srcId="{65FDAE86-4C1C-4917-90F7-18FE92D0AA02}" destId="{EA1C654E-68E1-4687-8E32-A56B5CC478CC}" srcOrd="0" destOrd="0" presId="urn:microsoft.com/office/officeart/2008/layout/VerticalCurvedList"/>
    <dgm:cxn modelId="{E0A2139E-7F1F-407E-AB3D-9291A3EA25F1}" type="presParOf" srcId="{50816626-1F4A-4E31-94E4-C029FD00FC14}" destId="{96D607FC-A649-4800-A701-5F7F4E11DABE}" srcOrd="9" destOrd="0" presId="urn:microsoft.com/office/officeart/2008/layout/VerticalCurvedList"/>
    <dgm:cxn modelId="{313F627B-549C-4B02-953D-4911D8C2CC5C}" type="presParOf" srcId="{50816626-1F4A-4E31-94E4-C029FD00FC14}" destId="{012A381F-30A7-4108-8E89-A2DD6D398E33}" srcOrd="10" destOrd="0" presId="urn:microsoft.com/office/officeart/2008/layout/VerticalCurvedList"/>
    <dgm:cxn modelId="{736EC0C8-310F-4365-BFDC-C08A48168FA0}" type="presParOf" srcId="{012A381F-30A7-4108-8E89-A2DD6D398E33}" destId="{4E686C83-8C80-45B8-A042-5964519D4640}" srcOrd="0" destOrd="0" presId="urn:microsoft.com/office/officeart/2008/layout/VerticalCurvedList"/>
    <dgm:cxn modelId="{505052E8-D4DC-4F4C-BC62-F90465086BF3}" type="presParOf" srcId="{50816626-1F4A-4E31-94E4-C029FD00FC14}" destId="{DDB7BDA2-66E1-4ED8-8180-0A1F83C41503}" srcOrd="11" destOrd="0" presId="urn:microsoft.com/office/officeart/2008/layout/VerticalCurvedList"/>
    <dgm:cxn modelId="{18C50D79-CD4F-467C-A638-E5B966EDF8DA}" type="presParOf" srcId="{50816626-1F4A-4E31-94E4-C029FD00FC14}" destId="{96B2D28E-B5C3-4F23-9E16-D25DD6291887}" srcOrd="12" destOrd="0" presId="urn:microsoft.com/office/officeart/2008/layout/VerticalCurvedList"/>
    <dgm:cxn modelId="{03B16DB9-1D23-4D0A-AF18-5C14A4A5F2D2}" type="presParOf" srcId="{96B2D28E-B5C3-4F23-9E16-D25DD6291887}" destId="{70A2A70E-9117-45D3-B302-C3BD5B2F3DF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B5F8BC-6750-4242-8644-D1A262CEAE9E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</dgm:pt>
    <dgm:pt modelId="{FB512B5D-368E-435F-92AB-803F3F789E8F}">
      <dgm:prSet phldrT="[Texto]"/>
      <dgm:spPr>
        <a:solidFill>
          <a:srgbClr val="E6473B"/>
        </a:solidFill>
      </dgm:spPr>
      <dgm:t>
        <a:bodyPr/>
        <a:lstStyle/>
        <a:p>
          <a:pPr>
            <a:buNone/>
          </a:pPr>
          <a:r>
            <a:rPr lang="en-US" dirty="0">
              <a:solidFill>
                <a:schemeClr val="bg1"/>
              </a:solidFill>
            </a:rPr>
            <a:t>¿</a:t>
          </a:r>
          <a:r>
            <a:rPr lang="en-US" dirty="0" err="1">
              <a:solidFill>
                <a:schemeClr val="bg1"/>
              </a:solidFill>
            </a:rPr>
            <a:t>Cuáles</a:t>
          </a:r>
          <a:r>
            <a:rPr lang="en-US" dirty="0">
              <a:solidFill>
                <a:schemeClr val="bg1"/>
              </a:solidFill>
            </a:rPr>
            <a:t> son mis </a:t>
          </a:r>
          <a:r>
            <a:rPr lang="en-US" dirty="0" err="1">
              <a:solidFill>
                <a:schemeClr val="bg1"/>
              </a:solidFill>
            </a:rPr>
            <a:t>conocimientos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previos</a:t>
          </a:r>
          <a:r>
            <a:rPr lang="en-US" dirty="0">
              <a:solidFill>
                <a:schemeClr val="bg1"/>
              </a:solidFill>
            </a:rPr>
            <a:t> a </a:t>
          </a:r>
          <a:r>
            <a:rPr lang="en-US" dirty="0" err="1">
              <a:solidFill>
                <a:schemeClr val="bg1"/>
              </a:solidFill>
            </a:rPr>
            <a:t>esta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clase</a:t>
          </a:r>
          <a:r>
            <a:rPr lang="en-US" dirty="0">
              <a:solidFill>
                <a:schemeClr val="bg1"/>
              </a:solidFill>
            </a:rPr>
            <a:t>?</a:t>
          </a:r>
          <a:endParaRPr lang="es-MX" dirty="0">
            <a:solidFill>
              <a:schemeClr val="bg1"/>
            </a:solidFill>
          </a:endParaRPr>
        </a:p>
      </dgm:t>
    </dgm:pt>
    <dgm:pt modelId="{AB325882-CDAE-4CDB-8BF5-B7ABD488DF9D}" type="parTrans" cxnId="{84FF13B7-6003-498F-BBA8-5AE19C852CC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6B35FD2A-3B0C-41BB-980E-1E6ECA008F6A}" type="sibTrans" cxnId="{84FF13B7-6003-498F-BBA8-5AE19C852CC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AE06971B-895C-4C41-88BF-09B298CB3C8D}">
      <dgm:prSet/>
      <dgm:spPr>
        <a:solidFill>
          <a:srgbClr val="272B7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¿</a:t>
          </a:r>
          <a:r>
            <a:rPr lang="en-US" dirty="0" err="1">
              <a:solidFill>
                <a:schemeClr val="bg1"/>
              </a:solidFill>
            </a:rPr>
            <a:t>Cómo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organizo</a:t>
          </a:r>
          <a:r>
            <a:rPr lang="en-US" dirty="0">
              <a:solidFill>
                <a:schemeClr val="bg1"/>
              </a:solidFill>
            </a:rPr>
            <a:t> el </a:t>
          </a:r>
          <a:r>
            <a:rPr lang="en-US" dirty="0" err="1">
              <a:solidFill>
                <a:schemeClr val="bg1"/>
              </a:solidFill>
            </a:rPr>
            <a:t>conocimiento</a:t>
          </a:r>
          <a:r>
            <a:rPr lang="en-US" dirty="0">
              <a:solidFill>
                <a:schemeClr val="bg1"/>
              </a:solidFill>
            </a:rPr>
            <a:t> que </a:t>
          </a:r>
          <a:r>
            <a:rPr lang="en-US" dirty="0" err="1">
              <a:solidFill>
                <a:schemeClr val="bg1"/>
              </a:solidFill>
            </a:rPr>
            <a:t>estoy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aprendiendo</a:t>
          </a:r>
          <a:r>
            <a:rPr lang="en-US" dirty="0">
              <a:solidFill>
                <a:schemeClr val="bg1"/>
              </a:solidFill>
            </a:rPr>
            <a:t>?</a:t>
          </a:r>
        </a:p>
      </dgm:t>
    </dgm:pt>
    <dgm:pt modelId="{6BD33DD8-C720-42FB-A1C6-07A80B9DF9AF}" type="parTrans" cxnId="{34BED82D-C585-4A6A-A6A0-3482733948B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064E526C-A4B9-4EA0-941F-264391CE2D38}" type="sibTrans" cxnId="{34BED82D-C585-4A6A-A6A0-3482733948BE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E7D2C438-A498-4C6C-9A1B-CF54C500D224}">
      <dgm:prSet/>
      <dgm:spPr>
        <a:solidFill>
          <a:srgbClr val="79B659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¿</a:t>
          </a:r>
          <a:r>
            <a:rPr lang="en-US" dirty="0" err="1">
              <a:solidFill>
                <a:schemeClr val="bg1"/>
              </a:solidFill>
            </a:rPr>
            <a:t>Qué</a:t>
          </a:r>
          <a:r>
            <a:rPr lang="en-US" dirty="0">
              <a:solidFill>
                <a:schemeClr val="bg1"/>
              </a:solidFill>
            </a:rPr>
            <a:t> es lo que me </a:t>
          </a:r>
          <a:r>
            <a:rPr lang="en-US" dirty="0" err="1">
              <a:solidFill>
                <a:schemeClr val="bg1"/>
              </a:solidFill>
            </a:rPr>
            <a:t>motiva</a:t>
          </a:r>
          <a:r>
            <a:rPr lang="en-US" dirty="0">
              <a:solidFill>
                <a:schemeClr val="bg1"/>
              </a:solidFill>
            </a:rPr>
            <a:t> para </a:t>
          </a:r>
          <a:r>
            <a:rPr lang="en-US" dirty="0" err="1">
              <a:solidFill>
                <a:schemeClr val="bg1"/>
              </a:solidFill>
            </a:rPr>
            <a:t>aprender</a:t>
          </a:r>
          <a:r>
            <a:rPr lang="en-US" dirty="0">
              <a:solidFill>
                <a:schemeClr val="bg1"/>
              </a:solidFill>
            </a:rPr>
            <a:t>?</a:t>
          </a:r>
        </a:p>
      </dgm:t>
    </dgm:pt>
    <dgm:pt modelId="{B79728C2-1818-4E71-9077-0B00E31F923D}" type="parTrans" cxnId="{5EF6A962-9925-4F7A-A89F-252659CB852C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A3F1B1B8-2386-4160-8E04-9E9B0351FCE1}" type="sibTrans" cxnId="{5EF6A962-9925-4F7A-A89F-252659CB852C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0CDCE9CD-464F-4598-AE20-E8D549905FCE}">
      <dgm:prSet/>
      <dgm:spPr>
        <a:solidFill>
          <a:srgbClr val="F3A336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¿</a:t>
          </a:r>
          <a:r>
            <a:rPr lang="en-US" dirty="0" err="1">
              <a:solidFill>
                <a:schemeClr val="bg1"/>
              </a:solidFill>
            </a:rPr>
            <a:t>Qué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tengo</a:t>
          </a:r>
          <a:r>
            <a:rPr lang="en-US" dirty="0">
              <a:solidFill>
                <a:schemeClr val="bg1"/>
              </a:solidFill>
            </a:rPr>
            <a:t> que </a:t>
          </a:r>
          <a:r>
            <a:rPr lang="en-US" dirty="0" err="1">
              <a:solidFill>
                <a:schemeClr val="bg1"/>
              </a:solidFill>
            </a:rPr>
            <a:t>hacer</a:t>
          </a:r>
          <a:r>
            <a:rPr lang="en-US" dirty="0">
              <a:solidFill>
                <a:schemeClr val="bg1"/>
              </a:solidFill>
            </a:rPr>
            <a:t> para </a:t>
          </a:r>
          <a:r>
            <a:rPr lang="en-US" dirty="0" err="1">
              <a:solidFill>
                <a:schemeClr val="bg1"/>
              </a:solidFill>
            </a:rPr>
            <a:t>llegar</a:t>
          </a:r>
          <a:r>
            <a:rPr lang="en-US" dirty="0">
              <a:solidFill>
                <a:schemeClr val="bg1"/>
              </a:solidFill>
            </a:rPr>
            <a:t> a </a:t>
          </a:r>
          <a:r>
            <a:rPr lang="en-US" dirty="0" err="1">
              <a:solidFill>
                <a:schemeClr val="bg1"/>
              </a:solidFill>
            </a:rPr>
            <a:t>dominar</a:t>
          </a:r>
          <a:r>
            <a:rPr lang="en-US" dirty="0">
              <a:solidFill>
                <a:schemeClr val="bg1"/>
              </a:solidFill>
            </a:rPr>
            <a:t> un </a:t>
          </a:r>
          <a:r>
            <a:rPr lang="en-US" dirty="0" err="1">
              <a:solidFill>
                <a:schemeClr val="bg1"/>
              </a:solidFill>
            </a:rPr>
            <a:t>tema</a:t>
          </a:r>
          <a:r>
            <a:rPr lang="en-US" dirty="0">
              <a:solidFill>
                <a:schemeClr val="bg1"/>
              </a:solidFill>
            </a:rPr>
            <a:t>?</a:t>
          </a:r>
        </a:p>
      </dgm:t>
    </dgm:pt>
    <dgm:pt modelId="{781EF99C-441E-402F-B464-E74952EBACCB}" type="parTrans" cxnId="{D75BA883-46BA-4D45-87A8-8AEAE477E4F7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3EAC6384-DA44-4EB0-AEC6-9245FCCBE1D8}" type="sibTrans" cxnId="{D75BA883-46BA-4D45-87A8-8AEAE477E4F7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FAF94357-0E05-45BE-9CA4-4004C1CAB1DB}">
      <dgm:prSet/>
      <dgm:spPr>
        <a:solidFill>
          <a:srgbClr val="0069AF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¿</a:t>
          </a:r>
          <a:r>
            <a:rPr lang="en-US" dirty="0" err="1">
              <a:solidFill>
                <a:schemeClr val="bg1"/>
              </a:solidFill>
            </a:rPr>
            <a:t>Qué</a:t>
          </a:r>
          <a:r>
            <a:rPr lang="en-US" dirty="0">
              <a:solidFill>
                <a:schemeClr val="bg1"/>
              </a:solidFill>
            </a:rPr>
            <a:t> </a:t>
          </a:r>
          <a:r>
            <a:rPr lang="en-US" dirty="0" err="1">
              <a:solidFill>
                <a:schemeClr val="bg1"/>
              </a:solidFill>
            </a:rPr>
            <a:t>tipo</a:t>
          </a:r>
          <a:r>
            <a:rPr lang="en-US" dirty="0">
              <a:solidFill>
                <a:schemeClr val="bg1"/>
              </a:solidFill>
            </a:rPr>
            <a:t> de </a:t>
          </a:r>
          <a:r>
            <a:rPr lang="en-US" dirty="0" err="1">
              <a:solidFill>
                <a:schemeClr val="bg1"/>
              </a:solidFill>
            </a:rPr>
            <a:t>retroalimentación</a:t>
          </a:r>
          <a:r>
            <a:rPr lang="en-US" dirty="0">
              <a:solidFill>
                <a:schemeClr val="bg1"/>
              </a:solidFill>
            </a:rPr>
            <a:t> me </a:t>
          </a:r>
          <a:r>
            <a:rPr lang="en-US" dirty="0" err="1">
              <a:solidFill>
                <a:schemeClr val="bg1"/>
              </a:solidFill>
            </a:rPr>
            <a:t>ayudará</a:t>
          </a:r>
          <a:r>
            <a:rPr lang="en-US" dirty="0">
              <a:solidFill>
                <a:schemeClr val="bg1"/>
              </a:solidFill>
            </a:rPr>
            <a:t> a </a:t>
          </a:r>
          <a:r>
            <a:rPr lang="en-US" dirty="0" err="1">
              <a:solidFill>
                <a:schemeClr val="bg1"/>
              </a:solidFill>
            </a:rPr>
            <a:t>aprender</a:t>
          </a:r>
          <a:r>
            <a:rPr lang="en-US" dirty="0">
              <a:solidFill>
                <a:schemeClr val="bg1"/>
              </a:solidFill>
            </a:rPr>
            <a:t>?</a:t>
          </a:r>
        </a:p>
      </dgm:t>
    </dgm:pt>
    <dgm:pt modelId="{B9C54D44-60E0-4DC9-A4CC-7C9BB2113011}" type="parTrans" cxnId="{49EE3E83-7DAC-48D2-A569-2EE354FFFA7D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BC7B37DE-7DB6-4E3E-BFF5-58C4D7A4B1EF}" type="sibTrans" cxnId="{49EE3E83-7DAC-48D2-A569-2EE354FFFA7D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7FDF9F05-84CA-4E4D-A30E-CF8572DBCA7C}">
      <dgm:prSet/>
      <dgm:spPr>
        <a:solidFill>
          <a:srgbClr val="D0E9F8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¿</a:t>
          </a:r>
          <a:r>
            <a:rPr lang="en-US" dirty="0" err="1">
              <a:solidFill>
                <a:schemeClr val="tx1"/>
              </a:solidFill>
            </a:rPr>
            <a:t>Qué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tipo</a:t>
          </a:r>
          <a:r>
            <a:rPr lang="en-US" dirty="0">
              <a:solidFill>
                <a:schemeClr val="tx1"/>
              </a:solidFill>
            </a:rPr>
            <a:t> de </a:t>
          </a:r>
          <a:r>
            <a:rPr lang="en-US" dirty="0" err="1">
              <a:solidFill>
                <a:schemeClr val="tx1"/>
              </a:solidFill>
            </a:rPr>
            <a:t>ambiente</a:t>
          </a:r>
          <a:r>
            <a:rPr lang="en-US" dirty="0">
              <a:solidFill>
                <a:schemeClr val="tx1"/>
              </a:solidFill>
            </a:rPr>
            <a:t> dentro del aula </a:t>
          </a:r>
          <a:r>
            <a:rPr lang="en-US" dirty="0" err="1">
              <a:solidFill>
                <a:schemeClr val="tx1"/>
              </a:solidFill>
            </a:rPr>
            <a:t>favorecerá</a:t>
          </a:r>
          <a:r>
            <a:rPr lang="en-US" dirty="0">
              <a:solidFill>
                <a:schemeClr val="tx1"/>
              </a:solidFill>
            </a:rPr>
            <a:t> mi </a:t>
          </a:r>
          <a:r>
            <a:rPr lang="en-US" dirty="0" err="1">
              <a:solidFill>
                <a:schemeClr val="tx1"/>
              </a:solidFill>
            </a:rPr>
            <a:t>aprendizaje</a:t>
          </a:r>
          <a:r>
            <a:rPr lang="en-US" dirty="0">
              <a:solidFill>
                <a:schemeClr val="tx1"/>
              </a:solidFill>
            </a:rPr>
            <a:t>?</a:t>
          </a:r>
        </a:p>
      </dgm:t>
    </dgm:pt>
    <dgm:pt modelId="{39B006D0-87F9-48FD-B3C3-154F30944338}" type="parTrans" cxnId="{2099D627-11A5-4E8A-9EF7-AE9008FD1493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BC095551-64D3-4A3B-900C-8A1516436E90}" type="sibTrans" cxnId="{2099D627-11A5-4E8A-9EF7-AE9008FD1493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52FE89EF-DD35-4AC8-9276-92BD39B53D1A}">
      <dgm:prSet/>
      <dgm:spPr>
        <a:solidFill>
          <a:srgbClr val="FDE9CA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¿</a:t>
          </a:r>
          <a:r>
            <a:rPr lang="en-US" dirty="0" err="1">
              <a:solidFill>
                <a:schemeClr val="tx1"/>
              </a:solidFill>
            </a:rPr>
            <a:t>Qué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actividades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debo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realizar</a:t>
          </a:r>
          <a:r>
            <a:rPr lang="en-US" dirty="0">
              <a:solidFill>
                <a:schemeClr val="tx1"/>
              </a:solidFill>
            </a:rPr>
            <a:t> para </a:t>
          </a:r>
          <a:r>
            <a:rPr lang="en-US" dirty="0" err="1">
              <a:solidFill>
                <a:schemeClr val="tx1"/>
              </a:solidFill>
            </a:rPr>
            <a:t>desarrollar</a:t>
          </a:r>
          <a:r>
            <a:rPr lang="en-US" dirty="0">
              <a:solidFill>
                <a:schemeClr val="tx1"/>
              </a:solidFill>
            </a:rPr>
            <a:t> un </a:t>
          </a:r>
          <a:r>
            <a:rPr lang="en-US" dirty="0" err="1">
              <a:solidFill>
                <a:schemeClr val="tx1"/>
              </a:solidFill>
            </a:rPr>
            <a:t>aprendizaje</a:t>
          </a:r>
          <a:r>
            <a:rPr lang="en-US" dirty="0">
              <a:solidFill>
                <a:schemeClr val="tx1"/>
              </a:solidFill>
            </a:rPr>
            <a:t> auto </a:t>
          </a:r>
          <a:r>
            <a:rPr lang="en-US" dirty="0" err="1">
              <a:solidFill>
                <a:schemeClr val="tx1"/>
              </a:solidFill>
            </a:rPr>
            <a:t>dirigido</a:t>
          </a:r>
          <a:r>
            <a:rPr lang="en-US" dirty="0">
              <a:solidFill>
                <a:schemeClr val="tx1"/>
              </a:solidFill>
            </a:rPr>
            <a:t>?</a:t>
          </a:r>
        </a:p>
      </dgm:t>
    </dgm:pt>
    <dgm:pt modelId="{8470BAE3-EAF2-4E99-91DC-7CC055306346}" type="parTrans" cxnId="{90860961-83B7-4A9F-8CEB-73AD88B3A171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A82A3092-B42C-4ABD-81B7-BEA30C97F33C}" type="sibTrans" cxnId="{90860961-83B7-4A9F-8CEB-73AD88B3A171}">
      <dgm:prSet/>
      <dgm:spPr/>
      <dgm:t>
        <a:bodyPr/>
        <a:lstStyle/>
        <a:p>
          <a:endParaRPr lang="es-MX">
            <a:solidFill>
              <a:schemeClr val="tx1"/>
            </a:solidFill>
          </a:endParaRPr>
        </a:p>
      </dgm:t>
    </dgm:pt>
    <dgm:pt modelId="{7558BE1D-7497-4779-8492-C99B08012798}" type="pres">
      <dgm:prSet presAssocID="{A6B5F8BC-6750-4242-8644-D1A262CEAE9E}" presName="Name0" presStyleCnt="0">
        <dgm:presLayoutVars>
          <dgm:chMax val="7"/>
          <dgm:chPref val="7"/>
          <dgm:dir/>
        </dgm:presLayoutVars>
      </dgm:prSet>
      <dgm:spPr/>
    </dgm:pt>
    <dgm:pt modelId="{50816626-1F4A-4E31-94E4-C029FD00FC14}" type="pres">
      <dgm:prSet presAssocID="{A6B5F8BC-6750-4242-8644-D1A262CEAE9E}" presName="Name1" presStyleCnt="0"/>
      <dgm:spPr/>
    </dgm:pt>
    <dgm:pt modelId="{57244523-6726-41C0-AAE6-0EBB7602FEDD}" type="pres">
      <dgm:prSet presAssocID="{A6B5F8BC-6750-4242-8644-D1A262CEAE9E}" presName="cycle" presStyleCnt="0"/>
      <dgm:spPr/>
    </dgm:pt>
    <dgm:pt modelId="{6D6BC438-7EC9-45F0-86E5-8059911C85EB}" type="pres">
      <dgm:prSet presAssocID="{A6B5F8BC-6750-4242-8644-D1A262CEAE9E}" presName="srcNode" presStyleLbl="node1" presStyleIdx="0" presStyleCnt="7"/>
      <dgm:spPr/>
    </dgm:pt>
    <dgm:pt modelId="{B11BF638-B6AA-4CE8-BB77-1B4BF9739036}" type="pres">
      <dgm:prSet presAssocID="{A6B5F8BC-6750-4242-8644-D1A262CEAE9E}" presName="conn" presStyleLbl="parChTrans1D2" presStyleIdx="0" presStyleCnt="1"/>
      <dgm:spPr/>
    </dgm:pt>
    <dgm:pt modelId="{D63E9668-803B-4FBA-9944-1E07D1B97463}" type="pres">
      <dgm:prSet presAssocID="{A6B5F8BC-6750-4242-8644-D1A262CEAE9E}" presName="extraNode" presStyleLbl="node1" presStyleIdx="0" presStyleCnt="7"/>
      <dgm:spPr/>
    </dgm:pt>
    <dgm:pt modelId="{463F3259-2F4B-4467-88E5-D1F4611AF47D}" type="pres">
      <dgm:prSet presAssocID="{A6B5F8BC-6750-4242-8644-D1A262CEAE9E}" presName="dstNode" presStyleLbl="node1" presStyleIdx="0" presStyleCnt="7"/>
      <dgm:spPr/>
    </dgm:pt>
    <dgm:pt modelId="{0F531BE5-8DE2-4A0D-8B5E-58CFD5EBA591}" type="pres">
      <dgm:prSet presAssocID="{FB512B5D-368E-435F-92AB-803F3F789E8F}" presName="text_1" presStyleLbl="node1" presStyleIdx="0" presStyleCnt="7">
        <dgm:presLayoutVars>
          <dgm:bulletEnabled val="1"/>
        </dgm:presLayoutVars>
      </dgm:prSet>
      <dgm:spPr/>
    </dgm:pt>
    <dgm:pt modelId="{8381D6CF-B379-4645-BBAC-2485878053B1}" type="pres">
      <dgm:prSet presAssocID="{FB512B5D-368E-435F-92AB-803F3F789E8F}" presName="accent_1" presStyleCnt="0"/>
      <dgm:spPr/>
    </dgm:pt>
    <dgm:pt modelId="{BC65C282-308B-4CF7-A86B-665642833D84}" type="pres">
      <dgm:prSet presAssocID="{FB512B5D-368E-435F-92AB-803F3F789E8F}" presName="accentRepeatNode" presStyleLbl="solidFgAcc1" presStyleIdx="0" presStyleCnt="7"/>
      <dgm:spPr/>
    </dgm:pt>
    <dgm:pt modelId="{A8FAA284-9522-4C69-B405-532F3829E6DE}" type="pres">
      <dgm:prSet presAssocID="{AE06971B-895C-4C41-88BF-09B298CB3C8D}" presName="text_2" presStyleLbl="node1" presStyleIdx="1" presStyleCnt="7">
        <dgm:presLayoutVars>
          <dgm:bulletEnabled val="1"/>
        </dgm:presLayoutVars>
      </dgm:prSet>
      <dgm:spPr/>
    </dgm:pt>
    <dgm:pt modelId="{5B5B13E0-8BB4-443B-B862-E4E19E6A9692}" type="pres">
      <dgm:prSet presAssocID="{AE06971B-895C-4C41-88BF-09B298CB3C8D}" presName="accent_2" presStyleCnt="0"/>
      <dgm:spPr/>
    </dgm:pt>
    <dgm:pt modelId="{9A165DFA-E45E-4295-B515-7A8E544149C1}" type="pres">
      <dgm:prSet presAssocID="{AE06971B-895C-4C41-88BF-09B298CB3C8D}" presName="accentRepeatNode" presStyleLbl="solidFgAcc1" presStyleIdx="1" presStyleCnt="7"/>
      <dgm:spPr/>
    </dgm:pt>
    <dgm:pt modelId="{C4982E82-3025-4BAB-A045-B5B3E6B1C3C1}" type="pres">
      <dgm:prSet presAssocID="{E7D2C438-A498-4C6C-9A1B-CF54C500D224}" presName="text_3" presStyleLbl="node1" presStyleIdx="2" presStyleCnt="7">
        <dgm:presLayoutVars>
          <dgm:bulletEnabled val="1"/>
        </dgm:presLayoutVars>
      </dgm:prSet>
      <dgm:spPr/>
    </dgm:pt>
    <dgm:pt modelId="{CF1158F9-36EC-4BB2-819C-4CDE04705EB2}" type="pres">
      <dgm:prSet presAssocID="{E7D2C438-A498-4C6C-9A1B-CF54C500D224}" presName="accent_3" presStyleCnt="0"/>
      <dgm:spPr/>
    </dgm:pt>
    <dgm:pt modelId="{EB6367E0-400B-4FCE-925F-C6E19DBCB4DA}" type="pres">
      <dgm:prSet presAssocID="{E7D2C438-A498-4C6C-9A1B-CF54C500D224}" presName="accentRepeatNode" presStyleLbl="solidFgAcc1" presStyleIdx="2" presStyleCnt="7"/>
      <dgm:spPr/>
    </dgm:pt>
    <dgm:pt modelId="{53A0E4C2-A0B8-4908-9C10-0A18DEB3F9CA}" type="pres">
      <dgm:prSet presAssocID="{0CDCE9CD-464F-4598-AE20-E8D549905FCE}" presName="text_4" presStyleLbl="node1" presStyleIdx="3" presStyleCnt="7">
        <dgm:presLayoutVars>
          <dgm:bulletEnabled val="1"/>
        </dgm:presLayoutVars>
      </dgm:prSet>
      <dgm:spPr/>
    </dgm:pt>
    <dgm:pt modelId="{65FDAE86-4C1C-4917-90F7-18FE92D0AA02}" type="pres">
      <dgm:prSet presAssocID="{0CDCE9CD-464F-4598-AE20-E8D549905FCE}" presName="accent_4" presStyleCnt="0"/>
      <dgm:spPr/>
    </dgm:pt>
    <dgm:pt modelId="{EA1C654E-68E1-4687-8E32-A56B5CC478CC}" type="pres">
      <dgm:prSet presAssocID="{0CDCE9CD-464F-4598-AE20-E8D549905FCE}" presName="accentRepeatNode" presStyleLbl="solidFgAcc1" presStyleIdx="3" presStyleCnt="7"/>
      <dgm:spPr/>
    </dgm:pt>
    <dgm:pt modelId="{96D607FC-A649-4800-A701-5F7F4E11DABE}" type="pres">
      <dgm:prSet presAssocID="{FAF94357-0E05-45BE-9CA4-4004C1CAB1DB}" presName="text_5" presStyleLbl="node1" presStyleIdx="4" presStyleCnt="7">
        <dgm:presLayoutVars>
          <dgm:bulletEnabled val="1"/>
        </dgm:presLayoutVars>
      </dgm:prSet>
      <dgm:spPr/>
    </dgm:pt>
    <dgm:pt modelId="{012A381F-30A7-4108-8E89-A2DD6D398E33}" type="pres">
      <dgm:prSet presAssocID="{FAF94357-0E05-45BE-9CA4-4004C1CAB1DB}" presName="accent_5" presStyleCnt="0"/>
      <dgm:spPr/>
    </dgm:pt>
    <dgm:pt modelId="{4E686C83-8C80-45B8-A042-5964519D4640}" type="pres">
      <dgm:prSet presAssocID="{FAF94357-0E05-45BE-9CA4-4004C1CAB1DB}" presName="accentRepeatNode" presStyleLbl="solidFgAcc1" presStyleIdx="4" presStyleCnt="7"/>
      <dgm:spPr/>
    </dgm:pt>
    <dgm:pt modelId="{DDB7BDA2-66E1-4ED8-8180-0A1F83C41503}" type="pres">
      <dgm:prSet presAssocID="{7FDF9F05-84CA-4E4D-A30E-CF8572DBCA7C}" presName="text_6" presStyleLbl="node1" presStyleIdx="5" presStyleCnt="7">
        <dgm:presLayoutVars>
          <dgm:bulletEnabled val="1"/>
        </dgm:presLayoutVars>
      </dgm:prSet>
      <dgm:spPr/>
    </dgm:pt>
    <dgm:pt modelId="{96B2D28E-B5C3-4F23-9E16-D25DD6291887}" type="pres">
      <dgm:prSet presAssocID="{7FDF9F05-84CA-4E4D-A30E-CF8572DBCA7C}" presName="accent_6" presStyleCnt="0"/>
      <dgm:spPr/>
    </dgm:pt>
    <dgm:pt modelId="{70A2A70E-9117-45D3-B302-C3BD5B2F3DF4}" type="pres">
      <dgm:prSet presAssocID="{7FDF9F05-84CA-4E4D-A30E-CF8572DBCA7C}" presName="accentRepeatNode" presStyleLbl="solidFgAcc1" presStyleIdx="5" presStyleCnt="7"/>
      <dgm:spPr/>
    </dgm:pt>
    <dgm:pt modelId="{8BB255C9-6853-482E-88A1-45383C931D09}" type="pres">
      <dgm:prSet presAssocID="{52FE89EF-DD35-4AC8-9276-92BD39B53D1A}" presName="text_7" presStyleLbl="node1" presStyleIdx="6" presStyleCnt="7">
        <dgm:presLayoutVars>
          <dgm:bulletEnabled val="1"/>
        </dgm:presLayoutVars>
      </dgm:prSet>
      <dgm:spPr/>
    </dgm:pt>
    <dgm:pt modelId="{EA5E5636-C67B-45AA-B7C2-E47E93C67F2F}" type="pres">
      <dgm:prSet presAssocID="{52FE89EF-DD35-4AC8-9276-92BD39B53D1A}" presName="accent_7" presStyleCnt="0"/>
      <dgm:spPr/>
    </dgm:pt>
    <dgm:pt modelId="{50A0571E-88D0-40AE-AC9A-36E034AF1643}" type="pres">
      <dgm:prSet presAssocID="{52FE89EF-DD35-4AC8-9276-92BD39B53D1A}" presName="accentRepeatNode" presStyleLbl="solidFgAcc1" presStyleIdx="6" presStyleCnt="7"/>
      <dgm:spPr/>
    </dgm:pt>
  </dgm:ptLst>
  <dgm:cxnLst>
    <dgm:cxn modelId="{F0A8C409-67B8-491F-8AA1-55BF200F53B8}" type="presOf" srcId="{52FE89EF-DD35-4AC8-9276-92BD39B53D1A}" destId="{8BB255C9-6853-482E-88A1-45383C931D09}" srcOrd="0" destOrd="0" presId="urn:microsoft.com/office/officeart/2008/layout/VerticalCurvedList"/>
    <dgm:cxn modelId="{284C9318-61CA-4628-8429-8795595A8A62}" type="presOf" srcId="{0CDCE9CD-464F-4598-AE20-E8D549905FCE}" destId="{53A0E4C2-A0B8-4908-9C10-0A18DEB3F9CA}" srcOrd="0" destOrd="0" presId="urn:microsoft.com/office/officeart/2008/layout/VerticalCurvedList"/>
    <dgm:cxn modelId="{2099D627-11A5-4E8A-9EF7-AE9008FD1493}" srcId="{A6B5F8BC-6750-4242-8644-D1A262CEAE9E}" destId="{7FDF9F05-84CA-4E4D-A30E-CF8572DBCA7C}" srcOrd="5" destOrd="0" parTransId="{39B006D0-87F9-48FD-B3C3-154F30944338}" sibTransId="{BC095551-64D3-4A3B-900C-8A1516436E90}"/>
    <dgm:cxn modelId="{34BED82D-C585-4A6A-A6A0-3482733948BE}" srcId="{A6B5F8BC-6750-4242-8644-D1A262CEAE9E}" destId="{AE06971B-895C-4C41-88BF-09B298CB3C8D}" srcOrd="1" destOrd="0" parTransId="{6BD33DD8-C720-42FB-A1C6-07A80B9DF9AF}" sibTransId="{064E526C-A4B9-4EA0-941F-264391CE2D38}"/>
    <dgm:cxn modelId="{90860961-83B7-4A9F-8CEB-73AD88B3A171}" srcId="{A6B5F8BC-6750-4242-8644-D1A262CEAE9E}" destId="{52FE89EF-DD35-4AC8-9276-92BD39B53D1A}" srcOrd="6" destOrd="0" parTransId="{8470BAE3-EAF2-4E99-91DC-7CC055306346}" sibTransId="{A82A3092-B42C-4ABD-81B7-BEA30C97F33C}"/>
    <dgm:cxn modelId="{5EF6A962-9925-4F7A-A89F-252659CB852C}" srcId="{A6B5F8BC-6750-4242-8644-D1A262CEAE9E}" destId="{E7D2C438-A498-4C6C-9A1B-CF54C500D224}" srcOrd="2" destOrd="0" parTransId="{B79728C2-1818-4E71-9077-0B00E31F923D}" sibTransId="{A3F1B1B8-2386-4160-8E04-9E9B0351FCE1}"/>
    <dgm:cxn modelId="{B6DEAA48-69C2-43AA-9EE4-56DCD157B358}" type="presOf" srcId="{7FDF9F05-84CA-4E4D-A30E-CF8572DBCA7C}" destId="{DDB7BDA2-66E1-4ED8-8180-0A1F83C41503}" srcOrd="0" destOrd="0" presId="urn:microsoft.com/office/officeart/2008/layout/VerticalCurvedList"/>
    <dgm:cxn modelId="{397A8E4F-32AB-4A50-8C62-C7E2FCE7B6C3}" type="presOf" srcId="{AE06971B-895C-4C41-88BF-09B298CB3C8D}" destId="{A8FAA284-9522-4C69-B405-532F3829E6DE}" srcOrd="0" destOrd="0" presId="urn:microsoft.com/office/officeart/2008/layout/VerticalCurvedList"/>
    <dgm:cxn modelId="{49EE3E83-7DAC-48D2-A569-2EE354FFFA7D}" srcId="{A6B5F8BC-6750-4242-8644-D1A262CEAE9E}" destId="{FAF94357-0E05-45BE-9CA4-4004C1CAB1DB}" srcOrd="4" destOrd="0" parTransId="{B9C54D44-60E0-4DC9-A4CC-7C9BB2113011}" sibTransId="{BC7B37DE-7DB6-4E3E-BFF5-58C4D7A4B1EF}"/>
    <dgm:cxn modelId="{D75BA883-46BA-4D45-87A8-8AEAE477E4F7}" srcId="{A6B5F8BC-6750-4242-8644-D1A262CEAE9E}" destId="{0CDCE9CD-464F-4598-AE20-E8D549905FCE}" srcOrd="3" destOrd="0" parTransId="{781EF99C-441E-402F-B464-E74952EBACCB}" sibTransId="{3EAC6384-DA44-4EB0-AEC6-9245FCCBE1D8}"/>
    <dgm:cxn modelId="{53696A8F-1A30-451D-8E5E-D3862A7DA907}" type="presOf" srcId="{E7D2C438-A498-4C6C-9A1B-CF54C500D224}" destId="{C4982E82-3025-4BAB-A045-B5B3E6B1C3C1}" srcOrd="0" destOrd="0" presId="urn:microsoft.com/office/officeart/2008/layout/VerticalCurvedList"/>
    <dgm:cxn modelId="{E05B4792-5EFC-4AB9-96A7-35A5AD831981}" type="presOf" srcId="{A6B5F8BC-6750-4242-8644-D1A262CEAE9E}" destId="{7558BE1D-7497-4779-8492-C99B08012798}" srcOrd="0" destOrd="0" presId="urn:microsoft.com/office/officeart/2008/layout/VerticalCurvedList"/>
    <dgm:cxn modelId="{84FF13B7-6003-498F-BBA8-5AE19C852CCE}" srcId="{A6B5F8BC-6750-4242-8644-D1A262CEAE9E}" destId="{FB512B5D-368E-435F-92AB-803F3F789E8F}" srcOrd="0" destOrd="0" parTransId="{AB325882-CDAE-4CDB-8BF5-B7ABD488DF9D}" sibTransId="{6B35FD2A-3B0C-41BB-980E-1E6ECA008F6A}"/>
    <dgm:cxn modelId="{11D183BF-ECB4-4D27-B19D-B523003B31F2}" type="presOf" srcId="{6B35FD2A-3B0C-41BB-980E-1E6ECA008F6A}" destId="{B11BF638-B6AA-4CE8-BB77-1B4BF9739036}" srcOrd="0" destOrd="0" presId="urn:microsoft.com/office/officeart/2008/layout/VerticalCurvedList"/>
    <dgm:cxn modelId="{644F76DA-416F-4E40-A24F-1EE22793D484}" type="presOf" srcId="{FAF94357-0E05-45BE-9CA4-4004C1CAB1DB}" destId="{96D607FC-A649-4800-A701-5F7F4E11DABE}" srcOrd="0" destOrd="0" presId="urn:microsoft.com/office/officeart/2008/layout/VerticalCurvedList"/>
    <dgm:cxn modelId="{57D318DB-D948-4495-8A48-42FFA250E95E}" type="presOf" srcId="{FB512B5D-368E-435F-92AB-803F3F789E8F}" destId="{0F531BE5-8DE2-4A0D-8B5E-58CFD5EBA591}" srcOrd="0" destOrd="0" presId="urn:microsoft.com/office/officeart/2008/layout/VerticalCurvedList"/>
    <dgm:cxn modelId="{CCB2E270-E740-4612-A0F4-E8612814A585}" type="presParOf" srcId="{7558BE1D-7497-4779-8492-C99B08012798}" destId="{50816626-1F4A-4E31-94E4-C029FD00FC14}" srcOrd="0" destOrd="0" presId="urn:microsoft.com/office/officeart/2008/layout/VerticalCurvedList"/>
    <dgm:cxn modelId="{04ACD901-09CA-49AF-9982-8DF006482C5E}" type="presParOf" srcId="{50816626-1F4A-4E31-94E4-C029FD00FC14}" destId="{57244523-6726-41C0-AAE6-0EBB7602FEDD}" srcOrd="0" destOrd="0" presId="urn:microsoft.com/office/officeart/2008/layout/VerticalCurvedList"/>
    <dgm:cxn modelId="{D24FF89B-8BBD-47D6-BD1C-608EBD2DDD40}" type="presParOf" srcId="{57244523-6726-41C0-AAE6-0EBB7602FEDD}" destId="{6D6BC438-7EC9-45F0-86E5-8059911C85EB}" srcOrd="0" destOrd="0" presId="urn:microsoft.com/office/officeart/2008/layout/VerticalCurvedList"/>
    <dgm:cxn modelId="{CF8BCCA1-FC54-4091-834F-CEB7D6C9F16E}" type="presParOf" srcId="{57244523-6726-41C0-AAE6-0EBB7602FEDD}" destId="{B11BF638-B6AA-4CE8-BB77-1B4BF9739036}" srcOrd="1" destOrd="0" presId="urn:microsoft.com/office/officeart/2008/layout/VerticalCurvedList"/>
    <dgm:cxn modelId="{CB5AA744-D13C-457B-ADB9-E5EF0F458274}" type="presParOf" srcId="{57244523-6726-41C0-AAE6-0EBB7602FEDD}" destId="{D63E9668-803B-4FBA-9944-1E07D1B97463}" srcOrd="2" destOrd="0" presId="urn:microsoft.com/office/officeart/2008/layout/VerticalCurvedList"/>
    <dgm:cxn modelId="{BAA52BD9-B37A-4ADD-BE67-BC45F0300E2D}" type="presParOf" srcId="{57244523-6726-41C0-AAE6-0EBB7602FEDD}" destId="{463F3259-2F4B-4467-88E5-D1F4611AF47D}" srcOrd="3" destOrd="0" presId="urn:microsoft.com/office/officeart/2008/layout/VerticalCurvedList"/>
    <dgm:cxn modelId="{B19B4FF3-38C7-4303-8DCA-D958E5CE0284}" type="presParOf" srcId="{50816626-1F4A-4E31-94E4-C029FD00FC14}" destId="{0F531BE5-8DE2-4A0D-8B5E-58CFD5EBA591}" srcOrd="1" destOrd="0" presId="urn:microsoft.com/office/officeart/2008/layout/VerticalCurvedList"/>
    <dgm:cxn modelId="{8472773B-75E1-4B41-80BB-58F172D61E9A}" type="presParOf" srcId="{50816626-1F4A-4E31-94E4-C029FD00FC14}" destId="{8381D6CF-B379-4645-BBAC-2485878053B1}" srcOrd="2" destOrd="0" presId="urn:microsoft.com/office/officeart/2008/layout/VerticalCurvedList"/>
    <dgm:cxn modelId="{68EBB83A-D0B9-4250-88D9-8D9AC686E289}" type="presParOf" srcId="{8381D6CF-B379-4645-BBAC-2485878053B1}" destId="{BC65C282-308B-4CF7-A86B-665642833D84}" srcOrd="0" destOrd="0" presId="urn:microsoft.com/office/officeart/2008/layout/VerticalCurvedList"/>
    <dgm:cxn modelId="{7F61D398-EE1B-407F-AAEB-4A8496D39ABD}" type="presParOf" srcId="{50816626-1F4A-4E31-94E4-C029FD00FC14}" destId="{A8FAA284-9522-4C69-B405-532F3829E6DE}" srcOrd="3" destOrd="0" presId="urn:microsoft.com/office/officeart/2008/layout/VerticalCurvedList"/>
    <dgm:cxn modelId="{2C69E5C2-DF56-401F-A928-1FBD5416D313}" type="presParOf" srcId="{50816626-1F4A-4E31-94E4-C029FD00FC14}" destId="{5B5B13E0-8BB4-443B-B862-E4E19E6A9692}" srcOrd="4" destOrd="0" presId="urn:microsoft.com/office/officeart/2008/layout/VerticalCurvedList"/>
    <dgm:cxn modelId="{5330BEA6-85C9-424D-9599-BF314F0300A8}" type="presParOf" srcId="{5B5B13E0-8BB4-443B-B862-E4E19E6A9692}" destId="{9A165DFA-E45E-4295-B515-7A8E544149C1}" srcOrd="0" destOrd="0" presId="urn:microsoft.com/office/officeart/2008/layout/VerticalCurvedList"/>
    <dgm:cxn modelId="{886CF8F5-B460-4FFA-81A8-A6A93CCA4912}" type="presParOf" srcId="{50816626-1F4A-4E31-94E4-C029FD00FC14}" destId="{C4982E82-3025-4BAB-A045-B5B3E6B1C3C1}" srcOrd="5" destOrd="0" presId="urn:microsoft.com/office/officeart/2008/layout/VerticalCurvedList"/>
    <dgm:cxn modelId="{E64CCF9D-AF29-49D6-B92F-74AA8697FD13}" type="presParOf" srcId="{50816626-1F4A-4E31-94E4-C029FD00FC14}" destId="{CF1158F9-36EC-4BB2-819C-4CDE04705EB2}" srcOrd="6" destOrd="0" presId="urn:microsoft.com/office/officeart/2008/layout/VerticalCurvedList"/>
    <dgm:cxn modelId="{485A9D37-5E30-4E03-9B6A-44D69B66AF8B}" type="presParOf" srcId="{CF1158F9-36EC-4BB2-819C-4CDE04705EB2}" destId="{EB6367E0-400B-4FCE-925F-C6E19DBCB4DA}" srcOrd="0" destOrd="0" presId="urn:microsoft.com/office/officeart/2008/layout/VerticalCurvedList"/>
    <dgm:cxn modelId="{F979099C-4E15-40E1-B60E-C60CECE07A76}" type="presParOf" srcId="{50816626-1F4A-4E31-94E4-C029FD00FC14}" destId="{53A0E4C2-A0B8-4908-9C10-0A18DEB3F9CA}" srcOrd="7" destOrd="0" presId="urn:microsoft.com/office/officeart/2008/layout/VerticalCurvedList"/>
    <dgm:cxn modelId="{AA8A8F3E-2179-4C8E-8056-CB18927AC716}" type="presParOf" srcId="{50816626-1F4A-4E31-94E4-C029FD00FC14}" destId="{65FDAE86-4C1C-4917-90F7-18FE92D0AA02}" srcOrd="8" destOrd="0" presId="urn:microsoft.com/office/officeart/2008/layout/VerticalCurvedList"/>
    <dgm:cxn modelId="{113172EA-5990-4CD6-852C-264A3CFE83F2}" type="presParOf" srcId="{65FDAE86-4C1C-4917-90F7-18FE92D0AA02}" destId="{EA1C654E-68E1-4687-8E32-A56B5CC478CC}" srcOrd="0" destOrd="0" presId="urn:microsoft.com/office/officeart/2008/layout/VerticalCurvedList"/>
    <dgm:cxn modelId="{E0A2139E-7F1F-407E-AB3D-9291A3EA25F1}" type="presParOf" srcId="{50816626-1F4A-4E31-94E4-C029FD00FC14}" destId="{96D607FC-A649-4800-A701-5F7F4E11DABE}" srcOrd="9" destOrd="0" presId="urn:microsoft.com/office/officeart/2008/layout/VerticalCurvedList"/>
    <dgm:cxn modelId="{313F627B-549C-4B02-953D-4911D8C2CC5C}" type="presParOf" srcId="{50816626-1F4A-4E31-94E4-C029FD00FC14}" destId="{012A381F-30A7-4108-8E89-A2DD6D398E33}" srcOrd="10" destOrd="0" presId="urn:microsoft.com/office/officeart/2008/layout/VerticalCurvedList"/>
    <dgm:cxn modelId="{736EC0C8-310F-4365-BFDC-C08A48168FA0}" type="presParOf" srcId="{012A381F-30A7-4108-8E89-A2DD6D398E33}" destId="{4E686C83-8C80-45B8-A042-5964519D4640}" srcOrd="0" destOrd="0" presId="urn:microsoft.com/office/officeart/2008/layout/VerticalCurvedList"/>
    <dgm:cxn modelId="{505052E8-D4DC-4F4C-BC62-F90465086BF3}" type="presParOf" srcId="{50816626-1F4A-4E31-94E4-C029FD00FC14}" destId="{DDB7BDA2-66E1-4ED8-8180-0A1F83C41503}" srcOrd="11" destOrd="0" presId="urn:microsoft.com/office/officeart/2008/layout/VerticalCurvedList"/>
    <dgm:cxn modelId="{18C50D79-CD4F-467C-A638-E5B966EDF8DA}" type="presParOf" srcId="{50816626-1F4A-4E31-94E4-C029FD00FC14}" destId="{96B2D28E-B5C3-4F23-9E16-D25DD6291887}" srcOrd="12" destOrd="0" presId="urn:microsoft.com/office/officeart/2008/layout/VerticalCurvedList"/>
    <dgm:cxn modelId="{03B16DB9-1D23-4D0A-AF18-5C14A4A5F2D2}" type="presParOf" srcId="{96B2D28E-B5C3-4F23-9E16-D25DD6291887}" destId="{70A2A70E-9117-45D3-B302-C3BD5B2F3DF4}" srcOrd="0" destOrd="0" presId="urn:microsoft.com/office/officeart/2008/layout/VerticalCurvedList"/>
    <dgm:cxn modelId="{A90D5E14-EF11-4B79-95EA-CF21EFC6B5E2}" type="presParOf" srcId="{50816626-1F4A-4E31-94E4-C029FD00FC14}" destId="{8BB255C9-6853-482E-88A1-45383C931D09}" srcOrd="13" destOrd="0" presId="urn:microsoft.com/office/officeart/2008/layout/VerticalCurvedList"/>
    <dgm:cxn modelId="{DE1A813F-452B-4D81-AF61-18BAC6FD3CB8}" type="presParOf" srcId="{50816626-1F4A-4E31-94E4-C029FD00FC14}" destId="{EA5E5636-C67B-45AA-B7C2-E47E93C67F2F}" srcOrd="14" destOrd="0" presId="urn:microsoft.com/office/officeart/2008/layout/VerticalCurvedList"/>
    <dgm:cxn modelId="{39B976D7-DE5D-4960-9B94-4E4FFD553F07}" type="presParOf" srcId="{EA5E5636-C67B-45AA-B7C2-E47E93C67F2F}" destId="{50A0571E-88D0-40AE-AC9A-36E034AF164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D24520-86C9-4E0E-8B92-1ED22212E52F}" type="doc">
      <dgm:prSet loTypeId="urn:microsoft.com/office/officeart/2005/8/layout/lProcess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MX"/>
        </a:p>
      </dgm:t>
    </dgm:pt>
    <dgm:pt modelId="{6C45860A-F84D-4174-8787-3B885A343740}">
      <dgm:prSet phldrT="[Texto]" custT="1"/>
      <dgm:spPr>
        <a:solidFill>
          <a:srgbClr val="E6473B"/>
        </a:solidFill>
      </dgm:spPr>
      <dgm:t>
        <a:bodyPr/>
        <a:lstStyle/>
        <a:p>
          <a:endParaRPr lang="es-EC" sz="20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s-EC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Crear un ambiente de aprendizaje activo</a:t>
          </a:r>
        </a:p>
        <a:p>
          <a:r>
            <a:rPr lang="es-MX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(AAA)</a:t>
          </a:r>
          <a:endParaRPr lang="es-MX" sz="20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F5945C-BB53-4E1E-88BB-32AB32878F11}" type="parTrans" cxnId="{F05AE76A-253D-4A50-A0CC-A97046DF5EDD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7D7815-FCFE-4175-90D1-24BBE0E0A62D}" type="sibTrans" cxnId="{F05AE76A-253D-4A50-A0CC-A97046DF5EDD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640956-5706-4219-96D4-4BCB6B54A762}">
      <dgm:prSet custT="1"/>
      <dgm:spPr>
        <a:solidFill>
          <a:srgbClr val="272B74"/>
        </a:solidFill>
      </dgm:spPr>
      <dgm:t>
        <a:bodyPr/>
        <a:lstStyle/>
        <a:p>
          <a:endParaRPr lang="es-EC" sz="20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s-EC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Mejorar la calidad de la enseñanza y el aprendizaje</a:t>
          </a:r>
        </a:p>
      </dgm:t>
    </dgm:pt>
    <dgm:pt modelId="{900BE6E2-6548-40E1-9A63-C5C21AC4F6F7}" type="parTrans" cxnId="{A6AE1DE5-160F-41BA-BDDC-C75AEECBA0D0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6262A2-8A73-4099-82DF-018203D8EE68}" type="sibTrans" cxnId="{A6AE1DE5-160F-41BA-BDDC-C75AEECBA0D0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1B5CD3-4809-46FD-8FD0-96F89EE5215D}">
      <dgm:prSet custT="1"/>
      <dgm:spPr>
        <a:solidFill>
          <a:srgbClr val="79B659"/>
        </a:solidFill>
      </dgm:spPr>
      <dgm:t>
        <a:bodyPr/>
        <a:lstStyle/>
        <a:p>
          <a:endParaRPr lang="es-EC" sz="20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s-EC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Desarrollar el pensamiento crítico</a:t>
          </a:r>
        </a:p>
      </dgm:t>
    </dgm:pt>
    <dgm:pt modelId="{822A3855-FD67-43CA-A161-3262DBB4936E}" type="parTrans" cxnId="{17A9E79A-DA03-41E3-9AC5-EE823AAEB2AE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2E0BD5-592F-46E7-B6EA-FCCCE216E9F4}" type="sibTrans" cxnId="{17A9E79A-DA03-41E3-9AC5-EE823AAEB2AE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30C1AD-1BBE-4530-B82C-A550C1333D64}">
      <dgm:prSet custT="1"/>
      <dgm:spPr>
        <a:solidFill>
          <a:srgbClr val="0069AF"/>
        </a:solidFill>
      </dgm:spPr>
      <dgm:t>
        <a:bodyPr/>
        <a:lstStyle/>
        <a:p>
          <a:endParaRPr lang="es-EC" sz="20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s-EC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Adquirir la habilidad de aprender a aprender</a:t>
          </a:r>
        </a:p>
      </dgm:t>
    </dgm:pt>
    <dgm:pt modelId="{065EB07B-A5CB-4BF4-8AEA-255FEF12C4C1}" type="parTrans" cxnId="{0EC87D3D-2880-4345-82AE-ABC9A60E0BB0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6B4698-5B43-42C4-BBB1-E4E6A82403F6}" type="sibTrans" cxnId="{0EC87D3D-2880-4345-82AE-ABC9A60E0BB0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38CAFD-4E99-425C-AF86-537712E1064C}">
      <dgm:prSet custT="1"/>
      <dgm:spPr>
        <a:solidFill>
          <a:srgbClr val="F3A336"/>
        </a:solidFill>
      </dgm:spPr>
      <dgm:t>
        <a:bodyPr/>
        <a:lstStyle/>
        <a:p>
          <a:endParaRPr lang="es-EC" sz="20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endParaRPr lang="es-EC" sz="20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s-EC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Preparar a los estudiantes a ser más autosuficientes </a:t>
          </a:r>
        </a:p>
      </dgm:t>
    </dgm:pt>
    <dgm:pt modelId="{A294A6FE-1F20-4F28-972D-B920E3196581}" type="sibTrans" cxnId="{2C07474F-30AE-4D88-9C63-EB13B47C5EC1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39FA52A-4B93-44A1-9076-1612608250FD}" type="parTrans" cxnId="{2C07474F-30AE-4D88-9C63-EB13B47C5EC1}">
      <dgm:prSet/>
      <dgm:spPr/>
      <dgm:t>
        <a:bodyPr/>
        <a:lstStyle/>
        <a:p>
          <a:endParaRPr lang="es-MX" sz="200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1C57F4-E098-4D8D-AD47-74BB5918AA9A}" type="pres">
      <dgm:prSet presAssocID="{A7D24520-86C9-4E0E-8B92-1ED22212E52F}" presName="theList" presStyleCnt="0">
        <dgm:presLayoutVars>
          <dgm:dir/>
          <dgm:animLvl val="lvl"/>
          <dgm:resizeHandles val="exact"/>
        </dgm:presLayoutVars>
      </dgm:prSet>
      <dgm:spPr/>
    </dgm:pt>
    <dgm:pt modelId="{FF415907-02A6-44CA-813C-B6BB8C153FD6}" type="pres">
      <dgm:prSet presAssocID="{6C45860A-F84D-4174-8787-3B885A343740}" presName="compNode" presStyleCnt="0"/>
      <dgm:spPr/>
    </dgm:pt>
    <dgm:pt modelId="{DB25BF67-E283-4A00-A185-05973D14E2FC}" type="pres">
      <dgm:prSet presAssocID="{6C45860A-F84D-4174-8787-3B885A343740}" presName="aNode" presStyleLbl="bgShp" presStyleIdx="0" presStyleCnt="5"/>
      <dgm:spPr/>
    </dgm:pt>
    <dgm:pt modelId="{ABF35218-72E7-405F-9B54-A62E429AA704}" type="pres">
      <dgm:prSet presAssocID="{6C45860A-F84D-4174-8787-3B885A343740}" presName="textNode" presStyleLbl="bgShp" presStyleIdx="0" presStyleCnt="5"/>
      <dgm:spPr/>
    </dgm:pt>
    <dgm:pt modelId="{7C75BE07-9AFB-45AE-BFE5-CA39B34B8835}" type="pres">
      <dgm:prSet presAssocID="{6C45860A-F84D-4174-8787-3B885A343740}" presName="compChildNode" presStyleCnt="0"/>
      <dgm:spPr/>
    </dgm:pt>
    <dgm:pt modelId="{1F2C0DED-E194-4A78-B1C0-EB35A2D89E85}" type="pres">
      <dgm:prSet presAssocID="{6C45860A-F84D-4174-8787-3B885A343740}" presName="theInnerList" presStyleCnt="0"/>
      <dgm:spPr/>
    </dgm:pt>
    <dgm:pt modelId="{64ADA3B2-B665-4288-A17D-BFFA467EC9C3}" type="pres">
      <dgm:prSet presAssocID="{6C45860A-F84D-4174-8787-3B885A343740}" presName="aSpace" presStyleCnt="0"/>
      <dgm:spPr/>
    </dgm:pt>
    <dgm:pt modelId="{95D5A414-09A1-4E5D-8A73-4B04DE2B3AD6}" type="pres">
      <dgm:prSet presAssocID="{96640956-5706-4219-96D4-4BCB6B54A762}" presName="compNode" presStyleCnt="0"/>
      <dgm:spPr/>
    </dgm:pt>
    <dgm:pt modelId="{61149D8B-A4CA-40C9-BDA1-005081E3ED14}" type="pres">
      <dgm:prSet presAssocID="{96640956-5706-4219-96D4-4BCB6B54A762}" presName="aNode" presStyleLbl="bgShp" presStyleIdx="1" presStyleCnt="5"/>
      <dgm:spPr/>
    </dgm:pt>
    <dgm:pt modelId="{B20959A2-C2B1-416D-93A2-2DC467BD764E}" type="pres">
      <dgm:prSet presAssocID="{96640956-5706-4219-96D4-4BCB6B54A762}" presName="textNode" presStyleLbl="bgShp" presStyleIdx="1" presStyleCnt="5"/>
      <dgm:spPr/>
    </dgm:pt>
    <dgm:pt modelId="{5247F984-1FEC-4B67-B2AA-E43B5B404D34}" type="pres">
      <dgm:prSet presAssocID="{96640956-5706-4219-96D4-4BCB6B54A762}" presName="compChildNode" presStyleCnt="0"/>
      <dgm:spPr/>
    </dgm:pt>
    <dgm:pt modelId="{93F60CD2-86D0-4255-93A9-24F15907E7A6}" type="pres">
      <dgm:prSet presAssocID="{96640956-5706-4219-96D4-4BCB6B54A762}" presName="theInnerList" presStyleCnt="0"/>
      <dgm:spPr/>
    </dgm:pt>
    <dgm:pt modelId="{64F6600B-080C-4481-9347-169237359EC2}" type="pres">
      <dgm:prSet presAssocID="{96640956-5706-4219-96D4-4BCB6B54A762}" presName="aSpace" presStyleCnt="0"/>
      <dgm:spPr/>
    </dgm:pt>
    <dgm:pt modelId="{F684EEE1-7576-4420-AE37-210F15356E63}" type="pres">
      <dgm:prSet presAssocID="{D81B5CD3-4809-46FD-8FD0-96F89EE5215D}" presName="compNode" presStyleCnt="0"/>
      <dgm:spPr/>
    </dgm:pt>
    <dgm:pt modelId="{FCE916E1-6410-4804-B51A-1C8CFE4E35F3}" type="pres">
      <dgm:prSet presAssocID="{D81B5CD3-4809-46FD-8FD0-96F89EE5215D}" presName="aNode" presStyleLbl="bgShp" presStyleIdx="2" presStyleCnt="5"/>
      <dgm:spPr/>
    </dgm:pt>
    <dgm:pt modelId="{056CC233-E1C5-46FA-9AD5-F276E95E9ED6}" type="pres">
      <dgm:prSet presAssocID="{D81B5CD3-4809-46FD-8FD0-96F89EE5215D}" presName="textNode" presStyleLbl="bgShp" presStyleIdx="2" presStyleCnt="5"/>
      <dgm:spPr/>
    </dgm:pt>
    <dgm:pt modelId="{114E1083-F9CC-4E9C-9874-E201A92C1AC9}" type="pres">
      <dgm:prSet presAssocID="{D81B5CD3-4809-46FD-8FD0-96F89EE5215D}" presName="compChildNode" presStyleCnt="0"/>
      <dgm:spPr/>
    </dgm:pt>
    <dgm:pt modelId="{721C8CCB-A67F-4798-A1E3-460F8A11A6E1}" type="pres">
      <dgm:prSet presAssocID="{D81B5CD3-4809-46FD-8FD0-96F89EE5215D}" presName="theInnerList" presStyleCnt="0"/>
      <dgm:spPr/>
    </dgm:pt>
    <dgm:pt modelId="{A09EAFCB-04B4-4334-B32A-0F3E92DEF97C}" type="pres">
      <dgm:prSet presAssocID="{D81B5CD3-4809-46FD-8FD0-96F89EE5215D}" presName="aSpace" presStyleCnt="0"/>
      <dgm:spPr/>
    </dgm:pt>
    <dgm:pt modelId="{F9B2FA71-62F5-42AC-A1C7-2F768DC9B6C8}" type="pres">
      <dgm:prSet presAssocID="{8838CAFD-4E99-425C-AF86-537712E1064C}" presName="compNode" presStyleCnt="0"/>
      <dgm:spPr/>
    </dgm:pt>
    <dgm:pt modelId="{3FD38096-A5CF-4C8D-B527-CDC62F11B846}" type="pres">
      <dgm:prSet presAssocID="{8838CAFD-4E99-425C-AF86-537712E1064C}" presName="aNode" presStyleLbl="bgShp" presStyleIdx="3" presStyleCnt="5"/>
      <dgm:spPr/>
    </dgm:pt>
    <dgm:pt modelId="{4D7AED90-1D6F-4C08-AAE3-BC60EE861E4A}" type="pres">
      <dgm:prSet presAssocID="{8838CAFD-4E99-425C-AF86-537712E1064C}" presName="textNode" presStyleLbl="bgShp" presStyleIdx="3" presStyleCnt="5"/>
      <dgm:spPr/>
    </dgm:pt>
    <dgm:pt modelId="{0A5CBC57-E2BD-40E7-9CF5-AD176887A444}" type="pres">
      <dgm:prSet presAssocID="{8838CAFD-4E99-425C-AF86-537712E1064C}" presName="compChildNode" presStyleCnt="0"/>
      <dgm:spPr/>
    </dgm:pt>
    <dgm:pt modelId="{F177146B-77DE-4233-B9F2-D194720A7C51}" type="pres">
      <dgm:prSet presAssocID="{8838CAFD-4E99-425C-AF86-537712E1064C}" presName="theInnerList" presStyleCnt="0"/>
      <dgm:spPr/>
    </dgm:pt>
    <dgm:pt modelId="{8AB883D2-B1FD-470A-8078-78DEC165956D}" type="pres">
      <dgm:prSet presAssocID="{8838CAFD-4E99-425C-AF86-537712E1064C}" presName="aSpace" presStyleCnt="0"/>
      <dgm:spPr/>
    </dgm:pt>
    <dgm:pt modelId="{148CD283-E311-449B-8AE8-E10CDB780FC7}" type="pres">
      <dgm:prSet presAssocID="{1930C1AD-1BBE-4530-B82C-A550C1333D64}" presName="compNode" presStyleCnt="0"/>
      <dgm:spPr/>
    </dgm:pt>
    <dgm:pt modelId="{7682DA7A-98AF-4C9A-9A65-E99FD8D7572C}" type="pres">
      <dgm:prSet presAssocID="{1930C1AD-1BBE-4530-B82C-A550C1333D64}" presName="aNode" presStyleLbl="bgShp" presStyleIdx="4" presStyleCnt="5" custLinFactNeighborX="5817" custLinFactNeighborY="-2891"/>
      <dgm:spPr/>
    </dgm:pt>
    <dgm:pt modelId="{30EA73D7-91FF-4C7D-984F-465D3CEDCFDA}" type="pres">
      <dgm:prSet presAssocID="{1930C1AD-1BBE-4530-B82C-A550C1333D64}" presName="textNode" presStyleLbl="bgShp" presStyleIdx="4" presStyleCnt="5"/>
      <dgm:spPr/>
    </dgm:pt>
    <dgm:pt modelId="{BDAB6F48-A760-4A3A-865C-9375956A3CE8}" type="pres">
      <dgm:prSet presAssocID="{1930C1AD-1BBE-4530-B82C-A550C1333D64}" presName="compChildNode" presStyleCnt="0"/>
      <dgm:spPr/>
    </dgm:pt>
    <dgm:pt modelId="{AF8571F0-7592-4456-A95B-CD5819BC2149}" type="pres">
      <dgm:prSet presAssocID="{1930C1AD-1BBE-4530-B82C-A550C1333D64}" presName="theInnerList" presStyleCnt="0"/>
      <dgm:spPr/>
    </dgm:pt>
  </dgm:ptLst>
  <dgm:cxnLst>
    <dgm:cxn modelId="{4BB85920-8902-4040-BE02-34689F776BD5}" type="presOf" srcId="{8838CAFD-4E99-425C-AF86-537712E1064C}" destId="{4D7AED90-1D6F-4C08-AAE3-BC60EE861E4A}" srcOrd="1" destOrd="0" presId="urn:microsoft.com/office/officeart/2005/8/layout/lProcess2"/>
    <dgm:cxn modelId="{6C373A25-DA20-476A-B5A0-5325CE465384}" type="presOf" srcId="{D81B5CD3-4809-46FD-8FD0-96F89EE5215D}" destId="{056CC233-E1C5-46FA-9AD5-F276E95E9ED6}" srcOrd="1" destOrd="0" presId="urn:microsoft.com/office/officeart/2005/8/layout/lProcess2"/>
    <dgm:cxn modelId="{0EC87D3D-2880-4345-82AE-ABC9A60E0BB0}" srcId="{A7D24520-86C9-4E0E-8B92-1ED22212E52F}" destId="{1930C1AD-1BBE-4530-B82C-A550C1333D64}" srcOrd="4" destOrd="0" parTransId="{065EB07B-A5CB-4BF4-8AEA-255FEF12C4C1}" sibTransId="{B46B4698-5B43-42C4-BBB1-E4E6A82403F6}"/>
    <dgm:cxn modelId="{33140A41-E351-4C9B-BB0F-ACF405A1605D}" type="presOf" srcId="{1930C1AD-1BBE-4530-B82C-A550C1333D64}" destId="{30EA73D7-91FF-4C7D-984F-465D3CEDCFDA}" srcOrd="1" destOrd="0" presId="urn:microsoft.com/office/officeart/2005/8/layout/lProcess2"/>
    <dgm:cxn modelId="{69B69067-7D37-4214-A762-F58CBBBC2944}" type="presOf" srcId="{6C45860A-F84D-4174-8787-3B885A343740}" destId="{ABF35218-72E7-405F-9B54-A62E429AA704}" srcOrd="1" destOrd="0" presId="urn:microsoft.com/office/officeart/2005/8/layout/lProcess2"/>
    <dgm:cxn modelId="{F05AE76A-253D-4A50-A0CC-A97046DF5EDD}" srcId="{A7D24520-86C9-4E0E-8B92-1ED22212E52F}" destId="{6C45860A-F84D-4174-8787-3B885A343740}" srcOrd="0" destOrd="0" parTransId="{B1F5945C-BB53-4E1E-88BB-32AB32878F11}" sibTransId="{557D7815-FCFE-4175-90D1-24BBE0E0A62D}"/>
    <dgm:cxn modelId="{F15BBC6B-0C31-49FA-97AA-96414CE6E7AB}" type="presOf" srcId="{A7D24520-86C9-4E0E-8B92-1ED22212E52F}" destId="{0F1C57F4-E098-4D8D-AD47-74BB5918AA9A}" srcOrd="0" destOrd="0" presId="urn:microsoft.com/office/officeart/2005/8/layout/lProcess2"/>
    <dgm:cxn modelId="{8F6B676C-A90B-4FBD-B8D7-AF5D84E44615}" type="presOf" srcId="{1930C1AD-1BBE-4530-B82C-A550C1333D64}" destId="{7682DA7A-98AF-4C9A-9A65-E99FD8D7572C}" srcOrd="0" destOrd="0" presId="urn:microsoft.com/office/officeart/2005/8/layout/lProcess2"/>
    <dgm:cxn modelId="{AB74B76C-34D7-4458-BC02-9EF9C03200D0}" type="presOf" srcId="{96640956-5706-4219-96D4-4BCB6B54A762}" destId="{B20959A2-C2B1-416D-93A2-2DC467BD764E}" srcOrd="1" destOrd="0" presId="urn:microsoft.com/office/officeart/2005/8/layout/lProcess2"/>
    <dgm:cxn modelId="{2C07474F-30AE-4D88-9C63-EB13B47C5EC1}" srcId="{A7D24520-86C9-4E0E-8B92-1ED22212E52F}" destId="{8838CAFD-4E99-425C-AF86-537712E1064C}" srcOrd="3" destOrd="0" parTransId="{E39FA52A-4B93-44A1-9076-1612608250FD}" sibTransId="{A294A6FE-1F20-4F28-972D-B920E3196581}"/>
    <dgm:cxn modelId="{E0E33372-7210-4673-BF79-78DF61DD5021}" type="presOf" srcId="{6C45860A-F84D-4174-8787-3B885A343740}" destId="{DB25BF67-E283-4A00-A185-05973D14E2FC}" srcOrd="0" destOrd="0" presId="urn:microsoft.com/office/officeart/2005/8/layout/lProcess2"/>
    <dgm:cxn modelId="{8CEC4C87-E486-4298-B737-F11B1DDD50B4}" type="presOf" srcId="{96640956-5706-4219-96D4-4BCB6B54A762}" destId="{61149D8B-A4CA-40C9-BDA1-005081E3ED14}" srcOrd="0" destOrd="0" presId="urn:microsoft.com/office/officeart/2005/8/layout/lProcess2"/>
    <dgm:cxn modelId="{17A9E79A-DA03-41E3-9AC5-EE823AAEB2AE}" srcId="{A7D24520-86C9-4E0E-8B92-1ED22212E52F}" destId="{D81B5CD3-4809-46FD-8FD0-96F89EE5215D}" srcOrd="2" destOrd="0" parTransId="{822A3855-FD67-43CA-A161-3262DBB4936E}" sibTransId="{982E0BD5-592F-46E7-B6EA-FCCCE216E9F4}"/>
    <dgm:cxn modelId="{289CB5A2-4817-4EF0-A268-00963B8F65FA}" type="presOf" srcId="{D81B5CD3-4809-46FD-8FD0-96F89EE5215D}" destId="{FCE916E1-6410-4804-B51A-1C8CFE4E35F3}" srcOrd="0" destOrd="0" presId="urn:microsoft.com/office/officeart/2005/8/layout/lProcess2"/>
    <dgm:cxn modelId="{3301BAD5-22BC-4693-854E-21DD460F628D}" type="presOf" srcId="{8838CAFD-4E99-425C-AF86-537712E1064C}" destId="{3FD38096-A5CF-4C8D-B527-CDC62F11B846}" srcOrd="0" destOrd="0" presId="urn:microsoft.com/office/officeart/2005/8/layout/lProcess2"/>
    <dgm:cxn modelId="{A6AE1DE5-160F-41BA-BDDC-C75AEECBA0D0}" srcId="{A7D24520-86C9-4E0E-8B92-1ED22212E52F}" destId="{96640956-5706-4219-96D4-4BCB6B54A762}" srcOrd="1" destOrd="0" parTransId="{900BE6E2-6548-40E1-9A63-C5C21AC4F6F7}" sibTransId="{D86262A2-8A73-4099-82DF-018203D8EE68}"/>
    <dgm:cxn modelId="{92346652-3348-48E2-838E-6AD52E4B884E}" type="presParOf" srcId="{0F1C57F4-E098-4D8D-AD47-74BB5918AA9A}" destId="{FF415907-02A6-44CA-813C-B6BB8C153FD6}" srcOrd="0" destOrd="0" presId="urn:microsoft.com/office/officeart/2005/8/layout/lProcess2"/>
    <dgm:cxn modelId="{D32F1FB3-63CB-4EEA-90FD-77FFA500859C}" type="presParOf" srcId="{FF415907-02A6-44CA-813C-B6BB8C153FD6}" destId="{DB25BF67-E283-4A00-A185-05973D14E2FC}" srcOrd="0" destOrd="0" presId="urn:microsoft.com/office/officeart/2005/8/layout/lProcess2"/>
    <dgm:cxn modelId="{965148FC-92EF-4719-AB9A-E96F8DBC4FC8}" type="presParOf" srcId="{FF415907-02A6-44CA-813C-B6BB8C153FD6}" destId="{ABF35218-72E7-405F-9B54-A62E429AA704}" srcOrd="1" destOrd="0" presId="urn:microsoft.com/office/officeart/2005/8/layout/lProcess2"/>
    <dgm:cxn modelId="{48A24293-5297-4C80-935C-325D0AAC64DB}" type="presParOf" srcId="{FF415907-02A6-44CA-813C-B6BB8C153FD6}" destId="{7C75BE07-9AFB-45AE-BFE5-CA39B34B8835}" srcOrd="2" destOrd="0" presId="urn:microsoft.com/office/officeart/2005/8/layout/lProcess2"/>
    <dgm:cxn modelId="{4859F927-FE4B-498A-838A-952DFAC1EC22}" type="presParOf" srcId="{7C75BE07-9AFB-45AE-BFE5-CA39B34B8835}" destId="{1F2C0DED-E194-4A78-B1C0-EB35A2D89E85}" srcOrd="0" destOrd="0" presId="urn:microsoft.com/office/officeart/2005/8/layout/lProcess2"/>
    <dgm:cxn modelId="{1BF387E9-E43A-47A7-A2C2-4D7C3B92A5EF}" type="presParOf" srcId="{0F1C57F4-E098-4D8D-AD47-74BB5918AA9A}" destId="{64ADA3B2-B665-4288-A17D-BFFA467EC9C3}" srcOrd="1" destOrd="0" presId="urn:microsoft.com/office/officeart/2005/8/layout/lProcess2"/>
    <dgm:cxn modelId="{E6F160BC-8210-4203-97AC-D8E0400E160A}" type="presParOf" srcId="{0F1C57F4-E098-4D8D-AD47-74BB5918AA9A}" destId="{95D5A414-09A1-4E5D-8A73-4B04DE2B3AD6}" srcOrd="2" destOrd="0" presId="urn:microsoft.com/office/officeart/2005/8/layout/lProcess2"/>
    <dgm:cxn modelId="{B5E6836F-291E-4983-8DAA-E956D4A203A6}" type="presParOf" srcId="{95D5A414-09A1-4E5D-8A73-4B04DE2B3AD6}" destId="{61149D8B-A4CA-40C9-BDA1-005081E3ED14}" srcOrd="0" destOrd="0" presId="urn:microsoft.com/office/officeart/2005/8/layout/lProcess2"/>
    <dgm:cxn modelId="{2C527C6C-11E1-4746-AA5D-FA20B74B7B2A}" type="presParOf" srcId="{95D5A414-09A1-4E5D-8A73-4B04DE2B3AD6}" destId="{B20959A2-C2B1-416D-93A2-2DC467BD764E}" srcOrd="1" destOrd="0" presId="urn:microsoft.com/office/officeart/2005/8/layout/lProcess2"/>
    <dgm:cxn modelId="{FCD34FD7-62E5-40D1-901C-F63D278A92D7}" type="presParOf" srcId="{95D5A414-09A1-4E5D-8A73-4B04DE2B3AD6}" destId="{5247F984-1FEC-4B67-B2AA-E43B5B404D34}" srcOrd="2" destOrd="0" presId="urn:microsoft.com/office/officeart/2005/8/layout/lProcess2"/>
    <dgm:cxn modelId="{CADEFD5A-DF2A-4E58-ACCF-C33D24225D2C}" type="presParOf" srcId="{5247F984-1FEC-4B67-B2AA-E43B5B404D34}" destId="{93F60CD2-86D0-4255-93A9-24F15907E7A6}" srcOrd="0" destOrd="0" presId="urn:microsoft.com/office/officeart/2005/8/layout/lProcess2"/>
    <dgm:cxn modelId="{4D2C5DD0-B683-43FE-A2DA-3B07DE965D2B}" type="presParOf" srcId="{0F1C57F4-E098-4D8D-AD47-74BB5918AA9A}" destId="{64F6600B-080C-4481-9347-169237359EC2}" srcOrd="3" destOrd="0" presId="urn:microsoft.com/office/officeart/2005/8/layout/lProcess2"/>
    <dgm:cxn modelId="{26631864-7380-45C2-B1D4-9252CD5BC9E9}" type="presParOf" srcId="{0F1C57F4-E098-4D8D-AD47-74BB5918AA9A}" destId="{F684EEE1-7576-4420-AE37-210F15356E63}" srcOrd="4" destOrd="0" presId="urn:microsoft.com/office/officeart/2005/8/layout/lProcess2"/>
    <dgm:cxn modelId="{485A1EF9-BAB1-441B-8FD6-8FFAF26DBA4C}" type="presParOf" srcId="{F684EEE1-7576-4420-AE37-210F15356E63}" destId="{FCE916E1-6410-4804-B51A-1C8CFE4E35F3}" srcOrd="0" destOrd="0" presId="urn:microsoft.com/office/officeart/2005/8/layout/lProcess2"/>
    <dgm:cxn modelId="{AA5BA0D5-3506-48E0-8AC3-E7DACEBE49CD}" type="presParOf" srcId="{F684EEE1-7576-4420-AE37-210F15356E63}" destId="{056CC233-E1C5-46FA-9AD5-F276E95E9ED6}" srcOrd="1" destOrd="0" presId="urn:microsoft.com/office/officeart/2005/8/layout/lProcess2"/>
    <dgm:cxn modelId="{613C25AD-2438-4B72-A9F0-49A3C817EBF9}" type="presParOf" srcId="{F684EEE1-7576-4420-AE37-210F15356E63}" destId="{114E1083-F9CC-4E9C-9874-E201A92C1AC9}" srcOrd="2" destOrd="0" presId="urn:microsoft.com/office/officeart/2005/8/layout/lProcess2"/>
    <dgm:cxn modelId="{EBECF893-A8BF-4E90-8AAF-819C7EA864FA}" type="presParOf" srcId="{114E1083-F9CC-4E9C-9874-E201A92C1AC9}" destId="{721C8CCB-A67F-4798-A1E3-460F8A11A6E1}" srcOrd="0" destOrd="0" presId="urn:microsoft.com/office/officeart/2005/8/layout/lProcess2"/>
    <dgm:cxn modelId="{493CCF9E-085C-4773-A6C1-9BF997EA3C3D}" type="presParOf" srcId="{0F1C57F4-E098-4D8D-AD47-74BB5918AA9A}" destId="{A09EAFCB-04B4-4334-B32A-0F3E92DEF97C}" srcOrd="5" destOrd="0" presId="urn:microsoft.com/office/officeart/2005/8/layout/lProcess2"/>
    <dgm:cxn modelId="{6633D25D-3A60-40EB-ADED-7062B2436FD5}" type="presParOf" srcId="{0F1C57F4-E098-4D8D-AD47-74BB5918AA9A}" destId="{F9B2FA71-62F5-42AC-A1C7-2F768DC9B6C8}" srcOrd="6" destOrd="0" presId="urn:microsoft.com/office/officeart/2005/8/layout/lProcess2"/>
    <dgm:cxn modelId="{B49384B4-407C-400D-94B9-F5EAA887D5CC}" type="presParOf" srcId="{F9B2FA71-62F5-42AC-A1C7-2F768DC9B6C8}" destId="{3FD38096-A5CF-4C8D-B527-CDC62F11B846}" srcOrd="0" destOrd="0" presId="urn:microsoft.com/office/officeart/2005/8/layout/lProcess2"/>
    <dgm:cxn modelId="{6F13CB3F-022B-4DD0-9325-C74B02C8BD5F}" type="presParOf" srcId="{F9B2FA71-62F5-42AC-A1C7-2F768DC9B6C8}" destId="{4D7AED90-1D6F-4C08-AAE3-BC60EE861E4A}" srcOrd="1" destOrd="0" presId="urn:microsoft.com/office/officeart/2005/8/layout/lProcess2"/>
    <dgm:cxn modelId="{F5BF955F-012B-4EA0-8278-5A42E35CA5BD}" type="presParOf" srcId="{F9B2FA71-62F5-42AC-A1C7-2F768DC9B6C8}" destId="{0A5CBC57-E2BD-40E7-9CF5-AD176887A444}" srcOrd="2" destOrd="0" presId="urn:microsoft.com/office/officeart/2005/8/layout/lProcess2"/>
    <dgm:cxn modelId="{821FA1CB-786F-4168-A2A9-420000860D38}" type="presParOf" srcId="{0A5CBC57-E2BD-40E7-9CF5-AD176887A444}" destId="{F177146B-77DE-4233-B9F2-D194720A7C51}" srcOrd="0" destOrd="0" presId="urn:microsoft.com/office/officeart/2005/8/layout/lProcess2"/>
    <dgm:cxn modelId="{B32FC7CD-B7B6-48C2-814D-28CC5B95DD74}" type="presParOf" srcId="{0F1C57F4-E098-4D8D-AD47-74BB5918AA9A}" destId="{8AB883D2-B1FD-470A-8078-78DEC165956D}" srcOrd="7" destOrd="0" presId="urn:microsoft.com/office/officeart/2005/8/layout/lProcess2"/>
    <dgm:cxn modelId="{03CA124A-F284-4E0A-95D1-9820F4231A70}" type="presParOf" srcId="{0F1C57F4-E098-4D8D-AD47-74BB5918AA9A}" destId="{148CD283-E311-449B-8AE8-E10CDB780FC7}" srcOrd="8" destOrd="0" presId="urn:microsoft.com/office/officeart/2005/8/layout/lProcess2"/>
    <dgm:cxn modelId="{C1882BB0-A1BA-486A-B951-C01DC1BE5AE4}" type="presParOf" srcId="{148CD283-E311-449B-8AE8-E10CDB780FC7}" destId="{7682DA7A-98AF-4C9A-9A65-E99FD8D7572C}" srcOrd="0" destOrd="0" presId="urn:microsoft.com/office/officeart/2005/8/layout/lProcess2"/>
    <dgm:cxn modelId="{41DE596F-45A7-4258-8BFC-2BF31680436B}" type="presParOf" srcId="{148CD283-E311-449B-8AE8-E10CDB780FC7}" destId="{30EA73D7-91FF-4C7D-984F-465D3CEDCFDA}" srcOrd="1" destOrd="0" presId="urn:microsoft.com/office/officeart/2005/8/layout/lProcess2"/>
    <dgm:cxn modelId="{100F730B-481C-4BE6-96C9-CB4BAD356823}" type="presParOf" srcId="{148CD283-E311-449B-8AE8-E10CDB780FC7}" destId="{BDAB6F48-A760-4A3A-865C-9375956A3CE8}" srcOrd="2" destOrd="0" presId="urn:microsoft.com/office/officeart/2005/8/layout/lProcess2"/>
    <dgm:cxn modelId="{9A5360BA-1AAC-4744-B798-C30D9EE08E72}" type="presParOf" srcId="{BDAB6F48-A760-4A3A-865C-9375956A3CE8}" destId="{AF8571F0-7592-4456-A95B-CD5819BC2149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BF638-B6AA-4CE8-BB77-1B4BF9739036}">
      <dsp:nvSpPr>
        <dsp:cNvPr id="0" name=""/>
        <dsp:cNvSpPr/>
      </dsp:nvSpPr>
      <dsp:spPr>
        <a:xfrm>
          <a:off x="-5837546" y="-893408"/>
          <a:ext cx="6949660" cy="6949660"/>
        </a:xfrm>
        <a:prstGeom prst="blockArc">
          <a:avLst>
            <a:gd name="adj1" fmla="val 18900000"/>
            <a:gd name="adj2" fmla="val 2700000"/>
            <a:gd name="adj3" fmla="val 311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531BE5-8DE2-4A0D-8B5E-58CFD5EBA591}">
      <dsp:nvSpPr>
        <dsp:cNvPr id="0" name=""/>
        <dsp:cNvSpPr/>
      </dsp:nvSpPr>
      <dsp:spPr>
        <a:xfrm>
          <a:off x="984933" y="396919"/>
          <a:ext cx="10731698" cy="794251"/>
        </a:xfrm>
        <a:prstGeom prst="rect">
          <a:avLst/>
        </a:prstGeom>
        <a:solidFill>
          <a:srgbClr val="E6473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0437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800" kern="1200" dirty="0">
              <a:solidFill>
                <a:schemeClr val="bg1"/>
              </a:solidFill>
            </a:rPr>
            <a:t>Retroalimentación centrada en la tarea</a:t>
          </a:r>
        </a:p>
      </dsp:txBody>
      <dsp:txXfrm>
        <a:off x="984933" y="396919"/>
        <a:ext cx="10731698" cy="794251"/>
      </dsp:txXfrm>
    </dsp:sp>
    <dsp:sp modelId="{BC65C282-308B-4CF7-A86B-665642833D84}">
      <dsp:nvSpPr>
        <dsp:cNvPr id="0" name=""/>
        <dsp:cNvSpPr/>
      </dsp:nvSpPr>
      <dsp:spPr>
        <a:xfrm>
          <a:off x="246853" y="272261"/>
          <a:ext cx="992814" cy="9928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AA284-9522-4C69-B405-532F3829E6DE}">
      <dsp:nvSpPr>
        <dsp:cNvPr id="0" name=""/>
        <dsp:cNvSpPr/>
      </dsp:nvSpPr>
      <dsp:spPr>
        <a:xfrm>
          <a:off x="1091106" y="1500889"/>
          <a:ext cx="11081988" cy="794251"/>
        </a:xfrm>
        <a:prstGeom prst="rect">
          <a:avLst/>
        </a:prstGeom>
        <a:solidFill>
          <a:srgbClr val="272B7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0437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800" kern="1200" dirty="0">
              <a:solidFill>
                <a:schemeClr val="bg1"/>
              </a:solidFill>
            </a:rPr>
            <a:t>Retroalimentación centrada en el proceso de la tarea</a:t>
          </a:r>
          <a:endParaRPr lang="en-US" sz="3800" kern="1200" dirty="0">
            <a:solidFill>
              <a:schemeClr val="bg1"/>
            </a:solidFill>
          </a:endParaRPr>
        </a:p>
      </dsp:txBody>
      <dsp:txXfrm>
        <a:off x="1091106" y="1500889"/>
        <a:ext cx="11081988" cy="794251"/>
      </dsp:txXfrm>
    </dsp:sp>
    <dsp:sp modelId="{9A165DFA-E45E-4295-B515-7A8E544149C1}">
      <dsp:nvSpPr>
        <dsp:cNvPr id="0" name=""/>
        <dsp:cNvSpPr/>
      </dsp:nvSpPr>
      <dsp:spPr>
        <a:xfrm>
          <a:off x="541062" y="1489222"/>
          <a:ext cx="992814" cy="9928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82E82-3025-4BAB-A045-B5B3E6B1C3C1}">
      <dsp:nvSpPr>
        <dsp:cNvPr id="0" name=""/>
        <dsp:cNvSpPr/>
      </dsp:nvSpPr>
      <dsp:spPr>
        <a:xfrm>
          <a:off x="1037469" y="2780087"/>
          <a:ext cx="11081988" cy="794251"/>
        </a:xfrm>
        <a:prstGeom prst="rect">
          <a:avLst/>
        </a:prstGeom>
        <a:solidFill>
          <a:srgbClr val="79B65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0437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800" kern="1200" dirty="0">
              <a:solidFill>
                <a:schemeClr val="bg1"/>
              </a:solidFill>
            </a:rPr>
            <a:t>Retroalimentación centrada en la </a:t>
          </a:r>
          <a:r>
            <a:rPr lang="es-MX" sz="3800" kern="1200" dirty="0" err="1">
              <a:solidFill>
                <a:schemeClr val="bg1"/>
              </a:solidFill>
            </a:rPr>
            <a:t>autoregulación</a:t>
          </a:r>
          <a:endParaRPr lang="en-US" sz="3800" kern="1200" dirty="0">
            <a:solidFill>
              <a:schemeClr val="bg1"/>
            </a:solidFill>
          </a:endParaRPr>
        </a:p>
      </dsp:txBody>
      <dsp:txXfrm>
        <a:off x="1037469" y="2780087"/>
        <a:ext cx="11081988" cy="794251"/>
      </dsp:txXfrm>
    </dsp:sp>
    <dsp:sp modelId="{EB6367E0-400B-4FCE-925F-C6E19DBCB4DA}">
      <dsp:nvSpPr>
        <dsp:cNvPr id="0" name=""/>
        <dsp:cNvSpPr/>
      </dsp:nvSpPr>
      <dsp:spPr>
        <a:xfrm>
          <a:off x="541062" y="2680806"/>
          <a:ext cx="992814" cy="9928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0E4C2-A0B8-4908-9C10-0A18DEB3F9CA}">
      <dsp:nvSpPr>
        <dsp:cNvPr id="0" name=""/>
        <dsp:cNvSpPr/>
      </dsp:nvSpPr>
      <dsp:spPr>
        <a:xfrm>
          <a:off x="582106" y="3971671"/>
          <a:ext cx="11537351" cy="794251"/>
        </a:xfrm>
        <a:prstGeom prst="rect">
          <a:avLst/>
        </a:prstGeom>
        <a:solidFill>
          <a:srgbClr val="F3A33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0437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800" kern="1200" dirty="0">
              <a:solidFill>
                <a:schemeClr val="bg1"/>
              </a:solidFill>
            </a:rPr>
            <a:t>Retroalimentación centrada en la persona</a:t>
          </a:r>
          <a:endParaRPr lang="en-US" sz="3800" kern="1200" dirty="0">
            <a:solidFill>
              <a:schemeClr val="bg1"/>
            </a:solidFill>
          </a:endParaRPr>
        </a:p>
      </dsp:txBody>
      <dsp:txXfrm>
        <a:off x="582106" y="3971671"/>
        <a:ext cx="11537351" cy="794251"/>
      </dsp:txXfrm>
    </dsp:sp>
    <dsp:sp modelId="{EA1C654E-68E1-4687-8E32-A56B5CC478CC}">
      <dsp:nvSpPr>
        <dsp:cNvPr id="0" name=""/>
        <dsp:cNvSpPr/>
      </dsp:nvSpPr>
      <dsp:spPr>
        <a:xfrm>
          <a:off x="85699" y="3872390"/>
          <a:ext cx="992814" cy="9928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BF638-B6AA-4CE8-BB77-1B4BF9739036}">
      <dsp:nvSpPr>
        <dsp:cNvPr id="0" name=""/>
        <dsp:cNvSpPr/>
      </dsp:nvSpPr>
      <dsp:spPr>
        <a:xfrm>
          <a:off x="-5837546" y="-893408"/>
          <a:ext cx="6949660" cy="6949660"/>
        </a:xfrm>
        <a:prstGeom prst="blockArc">
          <a:avLst>
            <a:gd name="adj1" fmla="val 18900000"/>
            <a:gd name="adj2" fmla="val 2700000"/>
            <a:gd name="adj3" fmla="val 311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531BE5-8DE2-4A0D-8B5E-58CFD5EBA591}">
      <dsp:nvSpPr>
        <dsp:cNvPr id="0" name=""/>
        <dsp:cNvSpPr/>
      </dsp:nvSpPr>
      <dsp:spPr>
        <a:xfrm>
          <a:off x="822999" y="271875"/>
          <a:ext cx="10887773" cy="543544"/>
        </a:xfrm>
        <a:prstGeom prst="rect">
          <a:avLst/>
        </a:prstGeom>
        <a:solidFill>
          <a:srgbClr val="E6473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438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bg1"/>
              </a:solidFill>
            </a:rPr>
            <a:t>La necesidad de conocimiento del alumno</a:t>
          </a:r>
        </a:p>
      </dsp:txBody>
      <dsp:txXfrm>
        <a:off x="822999" y="271875"/>
        <a:ext cx="10887773" cy="543544"/>
      </dsp:txXfrm>
    </dsp:sp>
    <dsp:sp modelId="{BC65C282-308B-4CF7-A86B-665642833D84}">
      <dsp:nvSpPr>
        <dsp:cNvPr id="0" name=""/>
        <dsp:cNvSpPr/>
      </dsp:nvSpPr>
      <dsp:spPr>
        <a:xfrm>
          <a:off x="184884" y="186566"/>
          <a:ext cx="679430" cy="6794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AA284-9522-4C69-B405-532F3829E6DE}">
      <dsp:nvSpPr>
        <dsp:cNvPr id="0" name=""/>
        <dsp:cNvSpPr/>
      </dsp:nvSpPr>
      <dsp:spPr>
        <a:xfrm>
          <a:off x="861416" y="1087088"/>
          <a:ext cx="11258041" cy="543544"/>
        </a:xfrm>
        <a:prstGeom prst="rect">
          <a:avLst/>
        </a:prstGeom>
        <a:solidFill>
          <a:srgbClr val="272B7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438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El </a:t>
          </a:r>
          <a:r>
            <a:rPr lang="en-US" sz="2800" kern="1200" dirty="0" err="1">
              <a:solidFill>
                <a:schemeClr val="bg1"/>
              </a:solidFill>
            </a:rPr>
            <a:t>aprendizaje</a:t>
          </a:r>
          <a:r>
            <a:rPr lang="en-US" sz="2800" kern="1200" dirty="0">
              <a:solidFill>
                <a:schemeClr val="bg1"/>
              </a:solidFill>
            </a:rPr>
            <a:t> </a:t>
          </a:r>
          <a:r>
            <a:rPr lang="en-US" sz="2800" kern="1200" dirty="0" err="1">
              <a:solidFill>
                <a:schemeClr val="bg1"/>
              </a:solidFill>
            </a:rPr>
            <a:t>autodirigido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861416" y="1087088"/>
        <a:ext cx="11258041" cy="543544"/>
      </dsp:txXfrm>
    </dsp:sp>
    <dsp:sp modelId="{9A165DFA-E45E-4295-B515-7A8E544149C1}">
      <dsp:nvSpPr>
        <dsp:cNvPr id="0" name=""/>
        <dsp:cNvSpPr/>
      </dsp:nvSpPr>
      <dsp:spPr>
        <a:xfrm>
          <a:off x="521701" y="1019145"/>
          <a:ext cx="679430" cy="6794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351709"/>
              <a:satOff val="-3484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82E82-3025-4BAB-A045-B5B3E6B1C3C1}">
      <dsp:nvSpPr>
        <dsp:cNvPr id="0" name=""/>
        <dsp:cNvSpPr/>
      </dsp:nvSpPr>
      <dsp:spPr>
        <a:xfrm>
          <a:off x="1065865" y="1902301"/>
          <a:ext cx="11053593" cy="543544"/>
        </a:xfrm>
        <a:prstGeom prst="rect">
          <a:avLst/>
        </a:prstGeom>
        <a:solidFill>
          <a:srgbClr val="79B65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438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Las experiencias previas del </a:t>
          </a:r>
          <a:r>
            <a:rPr lang="en-US" sz="2800" kern="1200" dirty="0" err="1">
              <a:solidFill>
                <a:schemeClr val="bg1"/>
              </a:solidFill>
            </a:rPr>
            <a:t>alumno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1065865" y="1902301"/>
        <a:ext cx="11053593" cy="543544"/>
      </dsp:txXfrm>
    </dsp:sp>
    <dsp:sp modelId="{EB6367E0-400B-4FCE-925F-C6E19DBCB4DA}">
      <dsp:nvSpPr>
        <dsp:cNvPr id="0" name=""/>
        <dsp:cNvSpPr/>
      </dsp:nvSpPr>
      <dsp:spPr>
        <a:xfrm>
          <a:off x="726150" y="1834358"/>
          <a:ext cx="679430" cy="6794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703417"/>
              <a:satOff val="-6968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0E4C2-A0B8-4908-9C10-0A18DEB3F9CA}">
      <dsp:nvSpPr>
        <dsp:cNvPr id="0" name=""/>
        <dsp:cNvSpPr/>
      </dsp:nvSpPr>
      <dsp:spPr>
        <a:xfrm>
          <a:off x="1065865" y="2716997"/>
          <a:ext cx="11053593" cy="543544"/>
        </a:xfrm>
        <a:prstGeom prst="rect">
          <a:avLst/>
        </a:prstGeom>
        <a:solidFill>
          <a:srgbClr val="F3A33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438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La </a:t>
          </a:r>
          <a:r>
            <a:rPr lang="en-US" sz="2800" kern="1200" dirty="0" err="1">
              <a:solidFill>
                <a:schemeClr val="bg1"/>
              </a:solidFill>
            </a:rPr>
            <a:t>disposición</a:t>
          </a:r>
          <a:r>
            <a:rPr lang="en-US" sz="2800" kern="1200" dirty="0">
              <a:solidFill>
                <a:schemeClr val="bg1"/>
              </a:solidFill>
            </a:rPr>
            <a:t> para </a:t>
          </a:r>
          <a:r>
            <a:rPr lang="en-US" sz="2800" kern="1200" dirty="0" err="1">
              <a:solidFill>
                <a:schemeClr val="bg1"/>
              </a:solidFill>
            </a:rPr>
            <a:t>aprender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1065865" y="2716997"/>
        <a:ext cx="11053593" cy="543544"/>
      </dsp:txXfrm>
    </dsp:sp>
    <dsp:sp modelId="{EA1C654E-68E1-4687-8E32-A56B5CC478CC}">
      <dsp:nvSpPr>
        <dsp:cNvPr id="0" name=""/>
        <dsp:cNvSpPr/>
      </dsp:nvSpPr>
      <dsp:spPr>
        <a:xfrm>
          <a:off x="726150" y="2649054"/>
          <a:ext cx="679430" cy="6794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5126"/>
              <a:satOff val="-10451"/>
              <a:lumOff val="-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607FC-A649-4800-A701-5F7F4E11DABE}">
      <dsp:nvSpPr>
        <dsp:cNvPr id="0" name=""/>
        <dsp:cNvSpPr/>
      </dsp:nvSpPr>
      <dsp:spPr>
        <a:xfrm>
          <a:off x="861416" y="3532210"/>
          <a:ext cx="11258041" cy="543544"/>
        </a:xfrm>
        <a:prstGeom prst="rect">
          <a:avLst/>
        </a:prstGeom>
        <a:solidFill>
          <a:srgbClr val="0069A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438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</a:rPr>
            <a:t>La </a:t>
          </a:r>
          <a:r>
            <a:rPr lang="en-US" sz="2800" kern="1200" dirty="0" err="1">
              <a:solidFill>
                <a:schemeClr val="bg1"/>
              </a:solidFill>
            </a:rPr>
            <a:t>orientación</a:t>
          </a:r>
          <a:r>
            <a:rPr lang="en-US" sz="2800" kern="1200" dirty="0">
              <a:solidFill>
                <a:schemeClr val="bg1"/>
              </a:solidFill>
            </a:rPr>
            <a:t> para </a:t>
          </a:r>
          <a:r>
            <a:rPr lang="en-US" sz="2800" kern="1200" dirty="0" err="1">
              <a:solidFill>
                <a:schemeClr val="bg1"/>
              </a:solidFill>
            </a:rPr>
            <a:t>aprender</a:t>
          </a:r>
          <a:r>
            <a:rPr lang="en-US" sz="2800" kern="1200" dirty="0">
              <a:solidFill>
                <a:schemeClr val="bg1"/>
              </a:solidFill>
            </a:rPr>
            <a:t> y resolver </a:t>
          </a:r>
          <a:r>
            <a:rPr lang="en-US" sz="2800" kern="1200" dirty="0" err="1">
              <a:solidFill>
                <a:schemeClr val="bg1"/>
              </a:solidFill>
            </a:rPr>
            <a:t>problemas</a:t>
          </a:r>
          <a:endParaRPr lang="en-US" sz="2800" kern="1200" dirty="0">
            <a:solidFill>
              <a:schemeClr val="bg1"/>
            </a:solidFill>
          </a:endParaRPr>
        </a:p>
      </dsp:txBody>
      <dsp:txXfrm>
        <a:off x="861416" y="3532210"/>
        <a:ext cx="11258041" cy="543544"/>
      </dsp:txXfrm>
    </dsp:sp>
    <dsp:sp modelId="{4E686C83-8C80-45B8-A042-5964519D4640}">
      <dsp:nvSpPr>
        <dsp:cNvPr id="0" name=""/>
        <dsp:cNvSpPr/>
      </dsp:nvSpPr>
      <dsp:spPr>
        <a:xfrm>
          <a:off x="521701" y="3464267"/>
          <a:ext cx="679430" cy="6794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406834"/>
              <a:satOff val="-13935"/>
              <a:lumOff val="-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7BDA2-66E1-4ED8-8180-0A1F83C41503}">
      <dsp:nvSpPr>
        <dsp:cNvPr id="0" name=""/>
        <dsp:cNvSpPr/>
      </dsp:nvSpPr>
      <dsp:spPr>
        <a:xfrm>
          <a:off x="414314" y="4347423"/>
          <a:ext cx="11705143" cy="543544"/>
        </a:xfrm>
        <a:prstGeom prst="rect">
          <a:avLst/>
        </a:prstGeom>
        <a:solidFill>
          <a:srgbClr val="D0E9F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438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La Motivación para </a:t>
          </a:r>
          <a:r>
            <a:rPr lang="en-US" sz="2800" kern="1200" dirty="0" err="1">
              <a:solidFill>
                <a:schemeClr val="tx1"/>
              </a:solidFill>
            </a:rPr>
            <a:t>aprender</a:t>
          </a:r>
          <a:endParaRPr lang="en-US" sz="2800" kern="1200" dirty="0">
            <a:solidFill>
              <a:schemeClr val="tx1"/>
            </a:solidFill>
          </a:endParaRPr>
        </a:p>
      </dsp:txBody>
      <dsp:txXfrm>
        <a:off x="414314" y="4347423"/>
        <a:ext cx="11705143" cy="543544"/>
      </dsp:txXfrm>
    </dsp:sp>
    <dsp:sp modelId="{70A2A70E-9117-45D3-B302-C3BD5B2F3DF4}">
      <dsp:nvSpPr>
        <dsp:cNvPr id="0" name=""/>
        <dsp:cNvSpPr/>
      </dsp:nvSpPr>
      <dsp:spPr>
        <a:xfrm>
          <a:off x="74599" y="4279480"/>
          <a:ext cx="679430" cy="67943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BF638-B6AA-4CE8-BB77-1B4BF9739036}">
      <dsp:nvSpPr>
        <dsp:cNvPr id="0" name=""/>
        <dsp:cNvSpPr/>
      </dsp:nvSpPr>
      <dsp:spPr>
        <a:xfrm>
          <a:off x="-5833929" y="-893408"/>
          <a:ext cx="6949660" cy="6949660"/>
        </a:xfrm>
        <a:prstGeom prst="blockArc">
          <a:avLst>
            <a:gd name="adj1" fmla="val 18900000"/>
            <a:gd name="adj2" fmla="val 2700000"/>
            <a:gd name="adj3" fmla="val 311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531BE5-8DE2-4A0D-8B5E-58CFD5EBA591}">
      <dsp:nvSpPr>
        <dsp:cNvPr id="0" name=""/>
        <dsp:cNvSpPr/>
      </dsp:nvSpPr>
      <dsp:spPr>
        <a:xfrm>
          <a:off x="362173" y="234702"/>
          <a:ext cx="11760902" cy="469199"/>
        </a:xfrm>
        <a:prstGeom prst="rect">
          <a:avLst/>
        </a:prstGeom>
        <a:solidFill>
          <a:srgbClr val="E6473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242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¿</a:t>
          </a:r>
          <a:r>
            <a:rPr lang="en-US" sz="2400" kern="1200" dirty="0" err="1">
              <a:solidFill>
                <a:schemeClr val="bg1"/>
              </a:solidFill>
            </a:rPr>
            <a:t>Cuáles</a:t>
          </a:r>
          <a:r>
            <a:rPr lang="en-US" sz="2400" kern="1200" dirty="0">
              <a:solidFill>
                <a:schemeClr val="bg1"/>
              </a:solidFill>
            </a:rPr>
            <a:t> son mis </a:t>
          </a:r>
          <a:r>
            <a:rPr lang="en-US" sz="2400" kern="1200" dirty="0" err="1">
              <a:solidFill>
                <a:schemeClr val="bg1"/>
              </a:solidFill>
            </a:rPr>
            <a:t>conocimientos</a:t>
          </a:r>
          <a:r>
            <a:rPr lang="en-US" sz="2400" kern="1200" dirty="0">
              <a:solidFill>
                <a:schemeClr val="bg1"/>
              </a:solidFill>
            </a:rPr>
            <a:t> </a:t>
          </a:r>
          <a:r>
            <a:rPr lang="en-US" sz="2400" kern="1200" dirty="0" err="1">
              <a:solidFill>
                <a:schemeClr val="bg1"/>
              </a:solidFill>
            </a:rPr>
            <a:t>previos</a:t>
          </a:r>
          <a:r>
            <a:rPr lang="en-US" sz="2400" kern="1200" dirty="0">
              <a:solidFill>
                <a:schemeClr val="bg1"/>
              </a:solidFill>
            </a:rPr>
            <a:t> a </a:t>
          </a:r>
          <a:r>
            <a:rPr lang="en-US" sz="2400" kern="1200" dirty="0" err="1">
              <a:solidFill>
                <a:schemeClr val="bg1"/>
              </a:solidFill>
            </a:rPr>
            <a:t>esta</a:t>
          </a:r>
          <a:r>
            <a:rPr lang="en-US" sz="2400" kern="1200" dirty="0">
              <a:solidFill>
                <a:schemeClr val="bg1"/>
              </a:solidFill>
            </a:rPr>
            <a:t> </a:t>
          </a:r>
          <a:r>
            <a:rPr lang="en-US" sz="2400" kern="1200" dirty="0" err="1">
              <a:solidFill>
                <a:schemeClr val="bg1"/>
              </a:solidFill>
            </a:rPr>
            <a:t>clase</a:t>
          </a:r>
          <a:r>
            <a:rPr lang="en-US" sz="2400" kern="1200" dirty="0">
              <a:solidFill>
                <a:schemeClr val="bg1"/>
              </a:solidFill>
            </a:rPr>
            <a:t>?</a:t>
          </a:r>
          <a:endParaRPr lang="es-MX" sz="2400" kern="1200" dirty="0">
            <a:solidFill>
              <a:schemeClr val="bg1"/>
            </a:solidFill>
          </a:endParaRPr>
        </a:p>
      </dsp:txBody>
      <dsp:txXfrm>
        <a:off x="362173" y="234702"/>
        <a:ext cx="11760902" cy="469199"/>
      </dsp:txXfrm>
    </dsp:sp>
    <dsp:sp modelId="{BC65C282-308B-4CF7-A86B-665642833D84}">
      <dsp:nvSpPr>
        <dsp:cNvPr id="0" name=""/>
        <dsp:cNvSpPr/>
      </dsp:nvSpPr>
      <dsp:spPr>
        <a:xfrm>
          <a:off x="68923" y="176052"/>
          <a:ext cx="586498" cy="5864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AA284-9522-4C69-B405-532F3829E6DE}">
      <dsp:nvSpPr>
        <dsp:cNvPr id="0" name=""/>
        <dsp:cNvSpPr/>
      </dsp:nvSpPr>
      <dsp:spPr>
        <a:xfrm>
          <a:off x="787075" y="938914"/>
          <a:ext cx="11336000" cy="469199"/>
        </a:xfrm>
        <a:prstGeom prst="rect">
          <a:avLst/>
        </a:prstGeom>
        <a:solidFill>
          <a:srgbClr val="272B7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242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¿</a:t>
          </a:r>
          <a:r>
            <a:rPr lang="en-US" sz="2400" kern="1200" dirty="0" err="1">
              <a:solidFill>
                <a:schemeClr val="bg1"/>
              </a:solidFill>
            </a:rPr>
            <a:t>Cómo</a:t>
          </a:r>
          <a:r>
            <a:rPr lang="en-US" sz="2400" kern="1200" dirty="0">
              <a:solidFill>
                <a:schemeClr val="bg1"/>
              </a:solidFill>
            </a:rPr>
            <a:t> </a:t>
          </a:r>
          <a:r>
            <a:rPr lang="en-US" sz="2400" kern="1200" dirty="0" err="1">
              <a:solidFill>
                <a:schemeClr val="bg1"/>
              </a:solidFill>
            </a:rPr>
            <a:t>organizo</a:t>
          </a:r>
          <a:r>
            <a:rPr lang="en-US" sz="2400" kern="1200" dirty="0">
              <a:solidFill>
                <a:schemeClr val="bg1"/>
              </a:solidFill>
            </a:rPr>
            <a:t> el </a:t>
          </a:r>
          <a:r>
            <a:rPr lang="en-US" sz="2400" kern="1200" dirty="0" err="1">
              <a:solidFill>
                <a:schemeClr val="bg1"/>
              </a:solidFill>
            </a:rPr>
            <a:t>conocimiento</a:t>
          </a:r>
          <a:r>
            <a:rPr lang="en-US" sz="2400" kern="1200" dirty="0">
              <a:solidFill>
                <a:schemeClr val="bg1"/>
              </a:solidFill>
            </a:rPr>
            <a:t> que </a:t>
          </a:r>
          <a:r>
            <a:rPr lang="en-US" sz="2400" kern="1200" dirty="0" err="1">
              <a:solidFill>
                <a:schemeClr val="bg1"/>
              </a:solidFill>
            </a:rPr>
            <a:t>estoy</a:t>
          </a:r>
          <a:r>
            <a:rPr lang="en-US" sz="2400" kern="1200" dirty="0">
              <a:solidFill>
                <a:schemeClr val="bg1"/>
              </a:solidFill>
            </a:rPr>
            <a:t> </a:t>
          </a:r>
          <a:r>
            <a:rPr lang="en-US" sz="2400" kern="1200" dirty="0" err="1">
              <a:solidFill>
                <a:schemeClr val="bg1"/>
              </a:solidFill>
            </a:rPr>
            <a:t>aprendiendo</a:t>
          </a:r>
          <a:r>
            <a:rPr lang="en-US" sz="2400" kern="1200" dirty="0">
              <a:solidFill>
                <a:schemeClr val="bg1"/>
              </a:solidFill>
            </a:rPr>
            <a:t>?</a:t>
          </a:r>
        </a:p>
      </dsp:txBody>
      <dsp:txXfrm>
        <a:off x="787075" y="938914"/>
        <a:ext cx="11336000" cy="469199"/>
      </dsp:txXfrm>
    </dsp:sp>
    <dsp:sp modelId="{9A165DFA-E45E-4295-B515-7A8E544149C1}">
      <dsp:nvSpPr>
        <dsp:cNvPr id="0" name=""/>
        <dsp:cNvSpPr/>
      </dsp:nvSpPr>
      <dsp:spPr>
        <a:xfrm>
          <a:off x="493825" y="880264"/>
          <a:ext cx="586498" cy="5864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126424"/>
              <a:satOff val="-2903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82E82-3025-4BAB-A045-B5B3E6B1C3C1}">
      <dsp:nvSpPr>
        <dsp:cNvPr id="0" name=""/>
        <dsp:cNvSpPr/>
      </dsp:nvSpPr>
      <dsp:spPr>
        <a:xfrm>
          <a:off x="1019919" y="1642610"/>
          <a:ext cx="11103156" cy="469199"/>
        </a:xfrm>
        <a:prstGeom prst="rect">
          <a:avLst/>
        </a:prstGeom>
        <a:solidFill>
          <a:srgbClr val="79B65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242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¿</a:t>
          </a:r>
          <a:r>
            <a:rPr lang="en-US" sz="2400" kern="1200" dirty="0" err="1">
              <a:solidFill>
                <a:schemeClr val="bg1"/>
              </a:solidFill>
            </a:rPr>
            <a:t>Qué</a:t>
          </a:r>
          <a:r>
            <a:rPr lang="en-US" sz="2400" kern="1200" dirty="0">
              <a:solidFill>
                <a:schemeClr val="bg1"/>
              </a:solidFill>
            </a:rPr>
            <a:t> es lo que me </a:t>
          </a:r>
          <a:r>
            <a:rPr lang="en-US" sz="2400" kern="1200" dirty="0" err="1">
              <a:solidFill>
                <a:schemeClr val="bg1"/>
              </a:solidFill>
            </a:rPr>
            <a:t>motiva</a:t>
          </a:r>
          <a:r>
            <a:rPr lang="en-US" sz="2400" kern="1200" dirty="0">
              <a:solidFill>
                <a:schemeClr val="bg1"/>
              </a:solidFill>
            </a:rPr>
            <a:t> para </a:t>
          </a:r>
          <a:r>
            <a:rPr lang="en-US" sz="2400" kern="1200" dirty="0" err="1">
              <a:solidFill>
                <a:schemeClr val="bg1"/>
              </a:solidFill>
            </a:rPr>
            <a:t>aprender</a:t>
          </a:r>
          <a:r>
            <a:rPr lang="en-US" sz="2400" kern="1200" dirty="0">
              <a:solidFill>
                <a:schemeClr val="bg1"/>
              </a:solidFill>
            </a:rPr>
            <a:t>?</a:t>
          </a:r>
        </a:p>
      </dsp:txBody>
      <dsp:txXfrm>
        <a:off x="1019919" y="1642610"/>
        <a:ext cx="11103156" cy="469199"/>
      </dsp:txXfrm>
    </dsp:sp>
    <dsp:sp modelId="{EB6367E0-400B-4FCE-925F-C6E19DBCB4DA}">
      <dsp:nvSpPr>
        <dsp:cNvPr id="0" name=""/>
        <dsp:cNvSpPr/>
      </dsp:nvSpPr>
      <dsp:spPr>
        <a:xfrm>
          <a:off x="726670" y="1583960"/>
          <a:ext cx="586498" cy="5864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0E4C2-A0B8-4908-9C10-0A18DEB3F9CA}">
      <dsp:nvSpPr>
        <dsp:cNvPr id="0" name=""/>
        <dsp:cNvSpPr/>
      </dsp:nvSpPr>
      <dsp:spPr>
        <a:xfrm>
          <a:off x="1094264" y="2346821"/>
          <a:ext cx="11028811" cy="469199"/>
        </a:xfrm>
        <a:prstGeom prst="rect">
          <a:avLst/>
        </a:prstGeom>
        <a:solidFill>
          <a:srgbClr val="F3A33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242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¿</a:t>
          </a:r>
          <a:r>
            <a:rPr lang="en-US" sz="2400" kern="1200" dirty="0" err="1">
              <a:solidFill>
                <a:schemeClr val="bg1"/>
              </a:solidFill>
            </a:rPr>
            <a:t>Qué</a:t>
          </a:r>
          <a:r>
            <a:rPr lang="en-US" sz="2400" kern="1200" dirty="0">
              <a:solidFill>
                <a:schemeClr val="bg1"/>
              </a:solidFill>
            </a:rPr>
            <a:t> </a:t>
          </a:r>
          <a:r>
            <a:rPr lang="en-US" sz="2400" kern="1200" dirty="0" err="1">
              <a:solidFill>
                <a:schemeClr val="bg1"/>
              </a:solidFill>
            </a:rPr>
            <a:t>tengo</a:t>
          </a:r>
          <a:r>
            <a:rPr lang="en-US" sz="2400" kern="1200" dirty="0">
              <a:solidFill>
                <a:schemeClr val="bg1"/>
              </a:solidFill>
            </a:rPr>
            <a:t> que </a:t>
          </a:r>
          <a:r>
            <a:rPr lang="en-US" sz="2400" kern="1200" dirty="0" err="1">
              <a:solidFill>
                <a:schemeClr val="bg1"/>
              </a:solidFill>
            </a:rPr>
            <a:t>hacer</a:t>
          </a:r>
          <a:r>
            <a:rPr lang="en-US" sz="2400" kern="1200" dirty="0">
              <a:solidFill>
                <a:schemeClr val="bg1"/>
              </a:solidFill>
            </a:rPr>
            <a:t> para </a:t>
          </a:r>
          <a:r>
            <a:rPr lang="en-US" sz="2400" kern="1200" dirty="0" err="1">
              <a:solidFill>
                <a:schemeClr val="bg1"/>
              </a:solidFill>
            </a:rPr>
            <a:t>llegar</a:t>
          </a:r>
          <a:r>
            <a:rPr lang="en-US" sz="2400" kern="1200" dirty="0">
              <a:solidFill>
                <a:schemeClr val="bg1"/>
              </a:solidFill>
            </a:rPr>
            <a:t> a </a:t>
          </a:r>
          <a:r>
            <a:rPr lang="en-US" sz="2400" kern="1200" dirty="0" err="1">
              <a:solidFill>
                <a:schemeClr val="bg1"/>
              </a:solidFill>
            </a:rPr>
            <a:t>dominar</a:t>
          </a:r>
          <a:r>
            <a:rPr lang="en-US" sz="2400" kern="1200" dirty="0">
              <a:solidFill>
                <a:schemeClr val="bg1"/>
              </a:solidFill>
            </a:rPr>
            <a:t> un </a:t>
          </a:r>
          <a:r>
            <a:rPr lang="en-US" sz="2400" kern="1200" dirty="0" err="1">
              <a:solidFill>
                <a:schemeClr val="bg1"/>
              </a:solidFill>
            </a:rPr>
            <a:t>tema</a:t>
          </a:r>
          <a:r>
            <a:rPr lang="en-US" sz="2400" kern="1200" dirty="0">
              <a:solidFill>
                <a:schemeClr val="bg1"/>
              </a:solidFill>
            </a:rPr>
            <a:t>?</a:t>
          </a:r>
        </a:p>
      </dsp:txBody>
      <dsp:txXfrm>
        <a:off x="1094264" y="2346821"/>
        <a:ext cx="11028811" cy="469199"/>
      </dsp:txXfrm>
    </dsp:sp>
    <dsp:sp modelId="{EA1C654E-68E1-4687-8E32-A56B5CC478CC}">
      <dsp:nvSpPr>
        <dsp:cNvPr id="0" name=""/>
        <dsp:cNvSpPr/>
      </dsp:nvSpPr>
      <dsp:spPr>
        <a:xfrm>
          <a:off x="801015" y="2288172"/>
          <a:ext cx="586498" cy="5864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607FC-A649-4800-A701-5F7F4E11DABE}">
      <dsp:nvSpPr>
        <dsp:cNvPr id="0" name=""/>
        <dsp:cNvSpPr/>
      </dsp:nvSpPr>
      <dsp:spPr>
        <a:xfrm>
          <a:off x="1019919" y="3051033"/>
          <a:ext cx="11103156" cy="469199"/>
        </a:xfrm>
        <a:prstGeom prst="rect">
          <a:avLst/>
        </a:prstGeom>
        <a:solidFill>
          <a:srgbClr val="0069A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242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1"/>
              </a:solidFill>
            </a:rPr>
            <a:t>¿</a:t>
          </a:r>
          <a:r>
            <a:rPr lang="en-US" sz="2400" kern="1200" dirty="0" err="1">
              <a:solidFill>
                <a:schemeClr val="bg1"/>
              </a:solidFill>
            </a:rPr>
            <a:t>Qué</a:t>
          </a:r>
          <a:r>
            <a:rPr lang="en-US" sz="2400" kern="1200" dirty="0">
              <a:solidFill>
                <a:schemeClr val="bg1"/>
              </a:solidFill>
            </a:rPr>
            <a:t> </a:t>
          </a:r>
          <a:r>
            <a:rPr lang="en-US" sz="2400" kern="1200" dirty="0" err="1">
              <a:solidFill>
                <a:schemeClr val="bg1"/>
              </a:solidFill>
            </a:rPr>
            <a:t>tipo</a:t>
          </a:r>
          <a:r>
            <a:rPr lang="en-US" sz="2400" kern="1200" dirty="0">
              <a:solidFill>
                <a:schemeClr val="bg1"/>
              </a:solidFill>
            </a:rPr>
            <a:t> de </a:t>
          </a:r>
          <a:r>
            <a:rPr lang="en-US" sz="2400" kern="1200" dirty="0" err="1">
              <a:solidFill>
                <a:schemeClr val="bg1"/>
              </a:solidFill>
            </a:rPr>
            <a:t>retroalimentación</a:t>
          </a:r>
          <a:r>
            <a:rPr lang="en-US" sz="2400" kern="1200" dirty="0">
              <a:solidFill>
                <a:schemeClr val="bg1"/>
              </a:solidFill>
            </a:rPr>
            <a:t> me </a:t>
          </a:r>
          <a:r>
            <a:rPr lang="en-US" sz="2400" kern="1200" dirty="0" err="1">
              <a:solidFill>
                <a:schemeClr val="bg1"/>
              </a:solidFill>
            </a:rPr>
            <a:t>ayudará</a:t>
          </a:r>
          <a:r>
            <a:rPr lang="en-US" sz="2400" kern="1200" dirty="0">
              <a:solidFill>
                <a:schemeClr val="bg1"/>
              </a:solidFill>
            </a:rPr>
            <a:t> a </a:t>
          </a:r>
          <a:r>
            <a:rPr lang="en-US" sz="2400" kern="1200" dirty="0" err="1">
              <a:solidFill>
                <a:schemeClr val="bg1"/>
              </a:solidFill>
            </a:rPr>
            <a:t>aprender</a:t>
          </a:r>
          <a:r>
            <a:rPr lang="en-US" sz="2400" kern="1200" dirty="0">
              <a:solidFill>
                <a:schemeClr val="bg1"/>
              </a:solidFill>
            </a:rPr>
            <a:t>?</a:t>
          </a:r>
        </a:p>
      </dsp:txBody>
      <dsp:txXfrm>
        <a:off x="1019919" y="3051033"/>
        <a:ext cx="11103156" cy="469199"/>
      </dsp:txXfrm>
    </dsp:sp>
    <dsp:sp modelId="{4E686C83-8C80-45B8-A042-5964519D4640}">
      <dsp:nvSpPr>
        <dsp:cNvPr id="0" name=""/>
        <dsp:cNvSpPr/>
      </dsp:nvSpPr>
      <dsp:spPr>
        <a:xfrm>
          <a:off x="726670" y="2992383"/>
          <a:ext cx="586498" cy="5864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7BDA2-66E1-4ED8-8180-0A1F83C41503}">
      <dsp:nvSpPr>
        <dsp:cNvPr id="0" name=""/>
        <dsp:cNvSpPr/>
      </dsp:nvSpPr>
      <dsp:spPr>
        <a:xfrm>
          <a:off x="787075" y="3754729"/>
          <a:ext cx="11336000" cy="469199"/>
        </a:xfrm>
        <a:prstGeom prst="rect">
          <a:avLst/>
        </a:prstGeom>
        <a:solidFill>
          <a:srgbClr val="D0E9F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242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¿</a:t>
          </a:r>
          <a:r>
            <a:rPr lang="en-US" sz="2400" kern="1200" dirty="0" err="1">
              <a:solidFill>
                <a:schemeClr val="tx1"/>
              </a:solidFill>
            </a:rPr>
            <a:t>Qué</a:t>
          </a:r>
          <a:r>
            <a:rPr lang="en-US" sz="2400" kern="1200" dirty="0">
              <a:solidFill>
                <a:schemeClr val="tx1"/>
              </a:solidFill>
            </a:rPr>
            <a:t> </a:t>
          </a:r>
          <a:r>
            <a:rPr lang="en-US" sz="2400" kern="1200" dirty="0" err="1">
              <a:solidFill>
                <a:schemeClr val="tx1"/>
              </a:solidFill>
            </a:rPr>
            <a:t>tipo</a:t>
          </a:r>
          <a:r>
            <a:rPr lang="en-US" sz="2400" kern="1200" dirty="0">
              <a:solidFill>
                <a:schemeClr val="tx1"/>
              </a:solidFill>
            </a:rPr>
            <a:t> de </a:t>
          </a:r>
          <a:r>
            <a:rPr lang="en-US" sz="2400" kern="1200" dirty="0" err="1">
              <a:solidFill>
                <a:schemeClr val="tx1"/>
              </a:solidFill>
            </a:rPr>
            <a:t>ambiente</a:t>
          </a:r>
          <a:r>
            <a:rPr lang="en-US" sz="2400" kern="1200" dirty="0">
              <a:solidFill>
                <a:schemeClr val="tx1"/>
              </a:solidFill>
            </a:rPr>
            <a:t> dentro del aula </a:t>
          </a:r>
          <a:r>
            <a:rPr lang="en-US" sz="2400" kern="1200" dirty="0" err="1">
              <a:solidFill>
                <a:schemeClr val="tx1"/>
              </a:solidFill>
            </a:rPr>
            <a:t>favorecerá</a:t>
          </a:r>
          <a:r>
            <a:rPr lang="en-US" sz="2400" kern="1200" dirty="0">
              <a:solidFill>
                <a:schemeClr val="tx1"/>
              </a:solidFill>
            </a:rPr>
            <a:t> mi </a:t>
          </a:r>
          <a:r>
            <a:rPr lang="en-US" sz="2400" kern="1200" dirty="0" err="1">
              <a:solidFill>
                <a:schemeClr val="tx1"/>
              </a:solidFill>
            </a:rPr>
            <a:t>aprendizaje</a:t>
          </a:r>
          <a:r>
            <a:rPr lang="en-US" sz="2400" kern="1200" dirty="0">
              <a:solidFill>
                <a:schemeClr val="tx1"/>
              </a:solidFill>
            </a:rPr>
            <a:t>?</a:t>
          </a:r>
        </a:p>
      </dsp:txBody>
      <dsp:txXfrm>
        <a:off x="787075" y="3754729"/>
        <a:ext cx="11336000" cy="469199"/>
      </dsp:txXfrm>
    </dsp:sp>
    <dsp:sp modelId="{70A2A70E-9117-45D3-B302-C3BD5B2F3DF4}">
      <dsp:nvSpPr>
        <dsp:cNvPr id="0" name=""/>
        <dsp:cNvSpPr/>
      </dsp:nvSpPr>
      <dsp:spPr>
        <a:xfrm>
          <a:off x="493825" y="3696079"/>
          <a:ext cx="586498" cy="5864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632119"/>
              <a:satOff val="-14516"/>
              <a:lumOff val="-980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255C9-6853-482E-88A1-45383C931D09}">
      <dsp:nvSpPr>
        <dsp:cNvPr id="0" name=""/>
        <dsp:cNvSpPr/>
      </dsp:nvSpPr>
      <dsp:spPr>
        <a:xfrm>
          <a:off x="362173" y="4458940"/>
          <a:ext cx="11760902" cy="469199"/>
        </a:xfrm>
        <a:prstGeom prst="rect">
          <a:avLst/>
        </a:prstGeom>
        <a:solidFill>
          <a:srgbClr val="FDE9C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242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¿</a:t>
          </a:r>
          <a:r>
            <a:rPr lang="en-US" sz="2400" kern="1200" dirty="0" err="1">
              <a:solidFill>
                <a:schemeClr val="tx1"/>
              </a:solidFill>
            </a:rPr>
            <a:t>Qué</a:t>
          </a:r>
          <a:r>
            <a:rPr lang="en-US" sz="2400" kern="1200" dirty="0">
              <a:solidFill>
                <a:schemeClr val="tx1"/>
              </a:solidFill>
            </a:rPr>
            <a:t> </a:t>
          </a:r>
          <a:r>
            <a:rPr lang="en-US" sz="2400" kern="1200" dirty="0" err="1">
              <a:solidFill>
                <a:schemeClr val="tx1"/>
              </a:solidFill>
            </a:rPr>
            <a:t>actividades</a:t>
          </a:r>
          <a:r>
            <a:rPr lang="en-US" sz="2400" kern="1200" dirty="0">
              <a:solidFill>
                <a:schemeClr val="tx1"/>
              </a:solidFill>
            </a:rPr>
            <a:t> </a:t>
          </a:r>
          <a:r>
            <a:rPr lang="en-US" sz="2400" kern="1200" dirty="0" err="1">
              <a:solidFill>
                <a:schemeClr val="tx1"/>
              </a:solidFill>
            </a:rPr>
            <a:t>debo</a:t>
          </a:r>
          <a:r>
            <a:rPr lang="en-US" sz="2400" kern="1200" dirty="0">
              <a:solidFill>
                <a:schemeClr val="tx1"/>
              </a:solidFill>
            </a:rPr>
            <a:t> </a:t>
          </a:r>
          <a:r>
            <a:rPr lang="en-US" sz="2400" kern="1200" dirty="0" err="1">
              <a:solidFill>
                <a:schemeClr val="tx1"/>
              </a:solidFill>
            </a:rPr>
            <a:t>realizar</a:t>
          </a:r>
          <a:r>
            <a:rPr lang="en-US" sz="2400" kern="1200" dirty="0">
              <a:solidFill>
                <a:schemeClr val="tx1"/>
              </a:solidFill>
            </a:rPr>
            <a:t> para </a:t>
          </a:r>
          <a:r>
            <a:rPr lang="en-US" sz="2400" kern="1200" dirty="0" err="1">
              <a:solidFill>
                <a:schemeClr val="tx1"/>
              </a:solidFill>
            </a:rPr>
            <a:t>desarrollar</a:t>
          </a:r>
          <a:r>
            <a:rPr lang="en-US" sz="2400" kern="1200" dirty="0">
              <a:solidFill>
                <a:schemeClr val="tx1"/>
              </a:solidFill>
            </a:rPr>
            <a:t> un </a:t>
          </a:r>
          <a:r>
            <a:rPr lang="en-US" sz="2400" kern="1200" dirty="0" err="1">
              <a:solidFill>
                <a:schemeClr val="tx1"/>
              </a:solidFill>
            </a:rPr>
            <a:t>aprendizaje</a:t>
          </a:r>
          <a:r>
            <a:rPr lang="en-US" sz="2400" kern="1200" dirty="0">
              <a:solidFill>
                <a:schemeClr val="tx1"/>
              </a:solidFill>
            </a:rPr>
            <a:t> auto </a:t>
          </a:r>
          <a:r>
            <a:rPr lang="en-US" sz="2400" kern="1200" dirty="0" err="1">
              <a:solidFill>
                <a:schemeClr val="tx1"/>
              </a:solidFill>
            </a:rPr>
            <a:t>dirigido</a:t>
          </a:r>
          <a:r>
            <a:rPr lang="en-US" sz="2400" kern="1200" dirty="0">
              <a:solidFill>
                <a:schemeClr val="tx1"/>
              </a:solidFill>
            </a:rPr>
            <a:t>?</a:t>
          </a:r>
        </a:p>
      </dsp:txBody>
      <dsp:txXfrm>
        <a:off x="362173" y="4458940"/>
        <a:ext cx="11760902" cy="469199"/>
      </dsp:txXfrm>
    </dsp:sp>
    <dsp:sp modelId="{50A0571E-88D0-40AE-AC9A-36E034AF1643}">
      <dsp:nvSpPr>
        <dsp:cNvPr id="0" name=""/>
        <dsp:cNvSpPr/>
      </dsp:nvSpPr>
      <dsp:spPr>
        <a:xfrm>
          <a:off x="68923" y="4400291"/>
          <a:ext cx="586498" cy="5864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25BF67-E283-4A00-A185-05973D14E2FC}">
      <dsp:nvSpPr>
        <dsp:cNvPr id="0" name=""/>
        <dsp:cNvSpPr/>
      </dsp:nvSpPr>
      <dsp:spPr>
        <a:xfrm>
          <a:off x="5972" y="0"/>
          <a:ext cx="2095734" cy="4532973"/>
        </a:xfrm>
        <a:prstGeom prst="roundRect">
          <a:avLst>
            <a:gd name="adj" fmla="val 10000"/>
          </a:avLst>
        </a:prstGeom>
        <a:solidFill>
          <a:srgbClr val="E6473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20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Crear un ambiente de aprendizaje activo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(AAA)</a:t>
          </a:r>
          <a:endParaRPr lang="es-MX" sz="20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72" y="0"/>
        <a:ext cx="2095734" cy="1359891"/>
      </dsp:txXfrm>
    </dsp:sp>
    <dsp:sp modelId="{61149D8B-A4CA-40C9-BDA1-005081E3ED14}">
      <dsp:nvSpPr>
        <dsp:cNvPr id="0" name=""/>
        <dsp:cNvSpPr/>
      </dsp:nvSpPr>
      <dsp:spPr>
        <a:xfrm>
          <a:off x="2258886" y="0"/>
          <a:ext cx="2095734" cy="4532973"/>
        </a:xfrm>
        <a:prstGeom prst="roundRect">
          <a:avLst>
            <a:gd name="adj" fmla="val 10000"/>
          </a:avLst>
        </a:prstGeom>
        <a:solidFill>
          <a:srgbClr val="272B7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20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Mejorar la calidad de la enseñanza y el aprendizaje</a:t>
          </a:r>
        </a:p>
      </dsp:txBody>
      <dsp:txXfrm>
        <a:off x="2258886" y="0"/>
        <a:ext cx="2095734" cy="1359891"/>
      </dsp:txXfrm>
    </dsp:sp>
    <dsp:sp modelId="{FCE916E1-6410-4804-B51A-1C8CFE4E35F3}">
      <dsp:nvSpPr>
        <dsp:cNvPr id="0" name=""/>
        <dsp:cNvSpPr/>
      </dsp:nvSpPr>
      <dsp:spPr>
        <a:xfrm>
          <a:off x="4511801" y="0"/>
          <a:ext cx="2095734" cy="4532973"/>
        </a:xfrm>
        <a:prstGeom prst="roundRect">
          <a:avLst>
            <a:gd name="adj" fmla="val 10000"/>
          </a:avLst>
        </a:prstGeom>
        <a:solidFill>
          <a:srgbClr val="79B65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20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Desarrollar el pensamiento crítico</a:t>
          </a:r>
        </a:p>
      </dsp:txBody>
      <dsp:txXfrm>
        <a:off x="4511801" y="0"/>
        <a:ext cx="2095734" cy="1359891"/>
      </dsp:txXfrm>
    </dsp:sp>
    <dsp:sp modelId="{3FD38096-A5CF-4C8D-B527-CDC62F11B846}">
      <dsp:nvSpPr>
        <dsp:cNvPr id="0" name=""/>
        <dsp:cNvSpPr/>
      </dsp:nvSpPr>
      <dsp:spPr>
        <a:xfrm>
          <a:off x="6764716" y="0"/>
          <a:ext cx="2095734" cy="4532973"/>
        </a:xfrm>
        <a:prstGeom prst="roundRect">
          <a:avLst>
            <a:gd name="adj" fmla="val 10000"/>
          </a:avLst>
        </a:prstGeom>
        <a:solidFill>
          <a:srgbClr val="F3A33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20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20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Preparar a los estudiantes a ser más autosuficientes </a:t>
          </a:r>
        </a:p>
      </dsp:txBody>
      <dsp:txXfrm>
        <a:off x="6764716" y="0"/>
        <a:ext cx="2095734" cy="1359891"/>
      </dsp:txXfrm>
    </dsp:sp>
    <dsp:sp modelId="{7682DA7A-98AF-4C9A-9A65-E99FD8D7572C}">
      <dsp:nvSpPr>
        <dsp:cNvPr id="0" name=""/>
        <dsp:cNvSpPr/>
      </dsp:nvSpPr>
      <dsp:spPr>
        <a:xfrm>
          <a:off x="9023603" y="0"/>
          <a:ext cx="2095734" cy="4532973"/>
        </a:xfrm>
        <a:prstGeom prst="roundRect">
          <a:avLst>
            <a:gd name="adj" fmla="val 10000"/>
          </a:avLst>
        </a:prstGeom>
        <a:solidFill>
          <a:srgbClr val="0069A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C" sz="20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20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Adquirir la habilidad de aprender a aprender</a:t>
          </a:r>
        </a:p>
      </dsp:txBody>
      <dsp:txXfrm>
        <a:off x="9023603" y="0"/>
        <a:ext cx="2095734" cy="1359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0CB92-AB4F-4D13-840E-37D3A9C31CDE}" type="datetimeFigureOut">
              <a:rPr lang="es-MX" smtClean="0"/>
              <a:t>25/09/2023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776CA-159A-445E-803C-9D56EC86ADC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1954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776CA-159A-445E-803C-9D56EC86ADC1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0388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776CA-159A-445E-803C-9D56EC86ADC1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2286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7793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93146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7091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99819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6384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08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5923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42684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67286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9045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436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D6C97-DC94-4C8E-B817-4E07B031D6AA}" type="datetimeFigureOut">
              <a:rPr lang="es-EC" smtClean="0"/>
              <a:t>25/9/2023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5893A-733F-4323-BBD7-61947D32A1C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9348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1.jpe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0.jpeg"/><Relationship Id="rId4" Type="http://schemas.openxmlformats.org/officeDocument/2006/relationships/diagramLayout" Target="../diagrams/layout4.xml"/><Relationship Id="rId9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5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200" y="4559523"/>
            <a:ext cx="10515600" cy="1714668"/>
          </a:xfrm>
          <a:noFill/>
        </p:spPr>
        <p:txBody>
          <a:bodyPr anchor="ctr">
            <a:normAutofit/>
          </a:bodyPr>
          <a:lstStyle/>
          <a:p>
            <a:r>
              <a:rPr lang="es-EC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del curso de Física Mecánica: Usando metodología </a:t>
            </a:r>
            <a:r>
              <a:rPr lang="es-EC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enseñanza-aprendizaje </a:t>
            </a:r>
            <a:r>
              <a:rPr lang="es-EC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(PIA)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6506381"/>
            <a:ext cx="12192000" cy="351619"/>
          </a:xfrm>
          <a:solidFill>
            <a:srgbClr val="E6473B"/>
          </a:solidFill>
        </p:spPr>
        <p:txBody>
          <a:bodyPr>
            <a:normAutofit/>
          </a:bodyPr>
          <a:lstStyle/>
          <a:p>
            <a:pPr algn="r"/>
            <a:r>
              <a:rPr lang="es-EC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Preparado por Dick Zambrano		Diseño y Animación: Estefanía Ulloa</a:t>
            </a:r>
          </a:p>
        </p:txBody>
      </p:sp>
      <p:pic>
        <p:nvPicPr>
          <p:cNvPr id="1026" name="Picture 2" descr="Imagen relacionada">
            <a:extLst>
              <a:ext uri="{FF2B5EF4-FFF2-40B4-BE49-F238E27FC236}">
                <a16:creationId xmlns:a16="http://schemas.microsoft.com/office/drawing/2014/main" id="{A1A5F46D-9242-4314-9019-942BEB23F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" t="5159" r="1345" b="21955"/>
          <a:stretch/>
        </p:blipFill>
        <p:spPr bwMode="auto">
          <a:xfrm>
            <a:off x="0" y="0"/>
            <a:ext cx="12209914" cy="437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362DBF20-A1CD-41B6-9DDA-F569CB74C797}"/>
              </a:ext>
            </a:extLst>
          </p:cNvPr>
          <p:cNvSpPr/>
          <p:nvPr/>
        </p:nvSpPr>
        <p:spPr>
          <a:xfrm>
            <a:off x="8318090" y="77144"/>
            <a:ext cx="1191669" cy="1062338"/>
          </a:xfrm>
          <a:prstGeom prst="ellipse">
            <a:avLst/>
          </a:prstGeom>
          <a:solidFill>
            <a:srgbClr val="0069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Gráfico 5" descr="Clase">
            <a:extLst>
              <a:ext uri="{FF2B5EF4-FFF2-40B4-BE49-F238E27FC236}">
                <a16:creationId xmlns:a16="http://schemas.microsoft.com/office/drawing/2014/main" id="{8185D156-8555-4184-90D9-85A1363534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6724" y="15111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377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echa: pentágono 4">
            <a:extLst>
              <a:ext uri="{FF2B5EF4-FFF2-40B4-BE49-F238E27FC236}">
                <a16:creationId xmlns:a16="http://schemas.microsoft.com/office/drawing/2014/main" id="{2F3F751A-88C8-43AD-881A-0B5AE5124C72}"/>
              </a:ext>
            </a:extLst>
          </p:cNvPr>
          <p:cNvSpPr/>
          <p:nvPr/>
        </p:nvSpPr>
        <p:spPr>
          <a:xfrm>
            <a:off x="0" y="1366829"/>
            <a:ext cx="4748981" cy="5491171"/>
          </a:xfrm>
          <a:prstGeom prst="homePlate">
            <a:avLst>
              <a:gd name="adj" fmla="val 19581"/>
            </a:avLst>
          </a:prstGeom>
          <a:solidFill>
            <a:srgbClr val="D0E9F8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7966" y="2730424"/>
            <a:ext cx="4118375" cy="728870"/>
          </a:xfrm>
        </p:spPr>
        <p:txBody>
          <a:bodyPr>
            <a:normAutofit/>
          </a:bodyPr>
          <a:lstStyle/>
          <a:p>
            <a:r>
              <a:rPr lang="es-EC" sz="3600" b="1" dirty="0"/>
              <a:t>¿Qué significa PIA?</a:t>
            </a:r>
          </a:p>
        </p:txBody>
      </p:sp>
      <p:sp>
        <p:nvSpPr>
          <p:cNvPr id="3" name="Rectángulo 2"/>
          <p:cNvSpPr/>
          <p:nvPr/>
        </p:nvSpPr>
        <p:spPr>
          <a:xfrm>
            <a:off x="0" y="-47823"/>
            <a:ext cx="12192000" cy="1414652"/>
          </a:xfrm>
          <a:prstGeom prst="rect">
            <a:avLst/>
          </a:prstGeom>
          <a:solidFill>
            <a:srgbClr val="0069AF"/>
          </a:solidFill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endParaRPr lang="es-EC" sz="32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s-EC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Presentando el modelo de Investigación-Acción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endParaRPr lang="es-EC" sz="32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2" name="Imagen 7" descr="POIA.jpg">
            <a:extLst>
              <a:ext uri="{FF2B5EF4-FFF2-40B4-BE49-F238E27FC236}">
                <a16:creationId xmlns:a16="http://schemas.microsoft.com/office/drawing/2014/main" id="{C0934C4A-969C-4133-AF63-F8EDCFC56A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82" b="89837" l="7260" r="94011">
                        <a14:foregroundMark x1="11434" y1="30309" x2="11434" y2="30309"/>
                        <a14:foregroundMark x1="50635" y1="33575" x2="50635" y2="33575"/>
                        <a14:foregroundMark x1="53358" y1="17967" x2="53358" y2="17967"/>
                        <a14:foregroundMark x1="62432" y1="55535" x2="62432" y2="55535"/>
                        <a14:foregroundMark x1="73684" y1="40472" x2="73684" y2="40472"/>
                        <a14:foregroundMark x1="94011" y1="44283" x2="94011" y2="44283"/>
                        <a14:foregroundMark x1="13067" y1="17423" x2="13067" y2="17423"/>
                        <a14:foregroundMark x1="8893" y1="37750" x2="8893" y2="37750"/>
                        <a14:foregroundMark x1="8893" y1="37750" x2="8893" y2="37750"/>
                        <a14:foregroundMark x1="11434" y1="60436" x2="11434" y2="60436"/>
                        <a14:foregroundMark x1="11978" y1="60436" x2="11978" y2="60436"/>
                        <a14:foregroundMark x1="11978" y1="60436" x2="11978" y2="60436"/>
                        <a14:foregroundMark x1="7804" y1="57169" x2="7804" y2="57169"/>
                        <a14:foregroundMark x1="75318" y1="41561" x2="75318" y2="41561"/>
                        <a14:foregroundMark x1="49546" y1="22868" x2="49546" y2="22868"/>
                        <a14:foregroundMark x1="56987" y1="25045" x2="56987" y2="25045"/>
                        <a14:foregroundMark x1="50091" y1="76407" x2="50091" y2="76407"/>
                        <a14:foregroundMark x1="38294" y1="75318" x2="38294" y2="75318"/>
                        <a14:foregroundMark x1="66788" y1="76407" x2="66788" y2="76407"/>
                        <a14:foregroundMark x1="65154" y1="78040" x2="65154" y2="78040"/>
                        <a14:foregroundMark x1="61887" y1="79129" x2="61887" y2="79129"/>
                        <a14:foregroundMark x1="51724" y1="78040" x2="51724" y2="78040"/>
                        <a14:foregroundMark x1="51724" y1="78040" x2="51724" y2="78040"/>
                        <a14:foregroundMark x1="49546" y1="79129" x2="49546" y2="79129"/>
                        <a14:foregroundMark x1="52269" y1="79129" x2="52269" y2="79129"/>
                        <a14:foregroundMark x1="51724" y1="79129" x2="51724" y2="79129"/>
                        <a14:foregroundMark x1="50091" y1="79129" x2="50091" y2="79129"/>
                        <a14:foregroundMark x1="49546" y1="79673" x2="49546" y2="79673"/>
                        <a14:foregroundMark x1="38294" y1="79129" x2="38294" y2="79129"/>
                        <a14:foregroundMark x1="38294" y1="78040" x2="38294" y2="78040"/>
                        <a14:foregroundMark x1="38294" y1="77495" x2="38294" y2="77495"/>
                        <a14:foregroundMark x1="7260" y1="65154" x2="7260" y2="65154"/>
                        <a14:foregroundMark x1="18512" y1="69510" x2="18512" y2="69510"/>
                        <a14:foregroundMark x1="23775" y1="67332" x2="23775" y2="67332"/>
                        <a14:foregroundMark x1="27586" y1="66243" x2="27586" y2="66243"/>
                        <a14:foregroundMark x1="11978" y1="66243" x2="11978" y2="66243"/>
                        <a14:foregroundMark x1="15789" y1="67877" x2="15789" y2="67877"/>
                        <a14:foregroundMark x1="30853" y1="68421" x2="30853" y2="68421"/>
                        <a14:foregroundMark x1="25408" y1="69510" x2="25408" y2="69510"/>
                        <a14:foregroundMark x1="11434" y1="67332" x2="11434" y2="67332"/>
                        <a14:foregroundMark x1="22686" y1="66788" x2="22686" y2="66788"/>
                        <a14:foregroundMark x1="35572" y1="65699" x2="35572" y2="65699"/>
                        <a14:foregroundMark x1="42105" y1="68966" x2="42105" y2="68966"/>
                        <a14:foregroundMark x1="37750" y1="66243" x2="37750" y2="66243"/>
                        <a14:foregroundMark x1="56080" y1="68421" x2="56080" y2="68421"/>
                        <a14:foregroundMark x1="65154" y1="66243" x2="65154" y2="66243"/>
                        <a14:foregroundMark x1="60799" y1="68966" x2="60799" y2="68966"/>
                        <a14:foregroundMark x1="50635" y1="66243" x2="50635" y2="66243"/>
                        <a14:foregroundMark x1="78040" y1="68421" x2="78040" y2="68421"/>
                        <a14:foregroundMark x1="92922" y1="66788" x2="92922" y2="66788"/>
                        <a14:foregroundMark x1="87114" y1="68421" x2="87114" y2="68421"/>
                        <a14:foregroundMark x1="84936" y1="68966" x2="84936" y2="68966"/>
                        <a14:foregroundMark x1="81670" y1="68966" x2="81670" y2="68966"/>
                        <a14:foregroundMark x1="89837" y1="65699" x2="89837" y2="65699"/>
                        <a14:foregroundMark x1="46279" y1="66243" x2="46279" y2="66243"/>
                        <a14:foregroundMark x1="69328" y1="66788" x2="69328" y2="66788"/>
                        <a14:foregroundMark x1="72051" y1="66788" x2="72051" y2="66788"/>
                        <a14:foregroundMark x1="68240" y1="64610" x2="68240" y2="64610"/>
                        <a14:foregroundMark x1="52995" y1="66243" x2="52995" y2="66243"/>
                      </a14:backgroundRemoval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212083" y="3044748"/>
            <a:ext cx="2624068" cy="2624068"/>
          </a:xfrm>
          <a:prstGeom prst="rect">
            <a:avLst/>
          </a:prstGeom>
          <a:ln w="12700">
            <a:noFill/>
          </a:ln>
        </p:spPr>
      </p:pic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7FEED4A3-77EA-C4B9-B1FE-D042CAFDCD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981" y="1412182"/>
            <a:ext cx="7045377" cy="528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959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69398" y="3116051"/>
            <a:ext cx="3335430" cy="1957394"/>
          </a:xfrm>
          <a:prstGeom prst="flowChartDecision">
            <a:avLst/>
          </a:prstGeom>
          <a:solidFill>
            <a:srgbClr val="F3A336"/>
          </a:solidFill>
        </p:spPr>
        <p:txBody>
          <a:bodyPr>
            <a:normAutofit/>
          </a:bodyPr>
          <a:lstStyle/>
          <a:p>
            <a:r>
              <a:rPr lang="es-EC" sz="3600" dirty="0"/>
              <a:t>ACCIÓN</a:t>
            </a:r>
          </a:p>
        </p:txBody>
      </p:sp>
      <p:grpSp>
        <p:nvGrpSpPr>
          <p:cNvPr id="17" name="Grupo 16"/>
          <p:cNvGrpSpPr/>
          <p:nvPr/>
        </p:nvGrpSpPr>
        <p:grpSpPr>
          <a:xfrm>
            <a:off x="5131480" y="1441594"/>
            <a:ext cx="6578156" cy="5048455"/>
            <a:chOff x="2419351" y="1071563"/>
            <a:chExt cx="7096126" cy="5391150"/>
          </a:xfrm>
        </p:grpSpPr>
        <p:sp>
          <p:nvSpPr>
            <p:cNvPr id="4" name="Proceso alternativo 3"/>
            <p:cNvSpPr/>
            <p:nvPr/>
          </p:nvSpPr>
          <p:spPr>
            <a:xfrm>
              <a:off x="4991100" y="1071563"/>
              <a:ext cx="1719263" cy="1004887"/>
            </a:xfrm>
            <a:prstGeom prst="flowChartAlternateProcess">
              <a:avLst/>
            </a:prstGeom>
            <a:solidFill>
              <a:srgbClr val="0069A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C" dirty="0"/>
                <a:t>Clase 1</a:t>
              </a:r>
            </a:p>
            <a:p>
              <a:pPr algn="ctr"/>
              <a:r>
                <a:rPr lang="es-EC" dirty="0"/>
                <a:t>AAA </a:t>
              </a:r>
            </a:p>
            <a:p>
              <a:pPr algn="ctr"/>
              <a:r>
                <a:rPr lang="es-EC" dirty="0"/>
                <a:t>(2 horas)</a:t>
              </a:r>
            </a:p>
          </p:txBody>
        </p:sp>
        <p:sp>
          <p:nvSpPr>
            <p:cNvPr id="5" name="Proceso alternativo 4"/>
            <p:cNvSpPr/>
            <p:nvPr/>
          </p:nvSpPr>
          <p:spPr>
            <a:xfrm>
              <a:off x="7784305" y="4157664"/>
              <a:ext cx="1719263" cy="1004887"/>
            </a:xfrm>
            <a:prstGeom prst="flowChartAlternateProcess">
              <a:avLst/>
            </a:prstGeom>
            <a:solidFill>
              <a:srgbClr val="0069A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C" dirty="0"/>
                <a:t>Clase 2</a:t>
              </a:r>
            </a:p>
            <a:p>
              <a:pPr algn="ctr"/>
              <a:r>
                <a:rPr lang="es-EC" dirty="0"/>
                <a:t>AAA </a:t>
              </a:r>
            </a:p>
            <a:p>
              <a:pPr algn="ctr"/>
              <a:r>
                <a:rPr lang="es-EC" dirty="0"/>
                <a:t>(2 horas)</a:t>
              </a:r>
            </a:p>
          </p:txBody>
        </p:sp>
        <p:sp>
          <p:nvSpPr>
            <p:cNvPr id="6" name="Preparación 5"/>
            <p:cNvSpPr/>
            <p:nvPr/>
          </p:nvSpPr>
          <p:spPr>
            <a:xfrm>
              <a:off x="7382544" y="2212184"/>
              <a:ext cx="2132933" cy="1157287"/>
            </a:xfrm>
            <a:prstGeom prst="flowChartPreparation">
              <a:avLst/>
            </a:prstGeom>
            <a:solidFill>
              <a:srgbClr val="79B65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C" dirty="0"/>
                <a:t>* Lectura</a:t>
              </a:r>
            </a:p>
            <a:p>
              <a:pPr algn="ctr"/>
              <a:r>
                <a:rPr lang="es-EC" dirty="0"/>
                <a:t>* Resolver ejercicios</a:t>
              </a:r>
            </a:p>
          </p:txBody>
        </p:sp>
        <p:sp>
          <p:nvSpPr>
            <p:cNvPr id="7" name="Preparación 6"/>
            <p:cNvSpPr/>
            <p:nvPr/>
          </p:nvSpPr>
          <p:spPr>
            <a:xfrm>
              <a:off x="5095875" y="5305426"/>
              <a:ext cx="2161055" cy="1157287"/>
            </a:xfrm>
            <a:prstGeom prst="flowChartPreparation">
              <a:avLst/>
            </a:prstGeom>
            <a:solidFill>
              <a:srgbClr val="79B65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C" dirty="0"/>
                <a:t>* Lectura</a:t>
              </a:r>
            </a:p>
            <a:p>
              <a:pPr algn="ctr"/>
              <a:r>
                <a:rPr lang="es-EC" dirty="0"/>
                <a:t>* Resolver ejercicios</a:t>
              </a:r>
            </a:p>
          </p:txBody>
        </p:sp>
        <p:sp>
          <p:nvSpPr>
            <p:cNvPr id="8" name="Elipse 7"/>
            <p:cNvSpPr/>
            <p:nvPr/>
          </p:nvSpPr>
          <p:spPr>
            <a:xfrm>
              <a:off x="2833689" y="4100514"/>
              <a:ext cx="1352550" cy="1204912"/>
            </a:xfrm>
            <a:prstGeom prst="ellipse">
              <a:avLst/>
            </a:prstGeom>
            <a:solidFill>
              <a:srgbClr val="0069A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Clase</a:t>
              </a:r>
              <a:r>
                <a:rPr lang="en-US" dirty="0"/>
                <a:t> 3</a:t>
              </a:r>
            </a:p>
            <a:p>
              <a:pPr algn="ctr"/>
              <a:r>
                <a:rPr lang="en-US" dirty="0"/>
                <a:t>AAA</a:t>
              </a:r>
            </a:p>
            <a:p>
              <a:pPr algn="ctr"/>
              <a:r>
                <a:rPr lang="en-US" dirty="0"/>
                <a:t>(1 </a:t>
              </a:r>
              <a:r>
                <a:rPr lang="en-US" dirty="0" err="1"/>
                <a:t>hora</a:t>
              </a:r>
              <a:r>
                <a:rPr lang="en-US" dirty="0"/>
                <a:t>)</a:t>
              </a:r>
              <a:endParaRPr lang="es-EC" dirty="0"/>
            </a:p>
          </p:txBody>
        </p:sp>
        <p:sp>
          <p:nvSpPr>
            <p:cNvPr id="9" name="Preparación 8"/>
            <p:cNvSpPr/>
            <p:nvPr/>
          </p:nvSpPr>
          <p:spPr>
            <a:xfrm>
              <a:off x="2419351" y="2300287"/>
              <a:ext cx="2132933" cy="1157287"/>
            </a:xfrm>
            <a:prstGeom prst="flowChartPreparation">
              <a:avLst/>
            </a:prstGeom>
            <a:solidFill>
              <a:srgbClr val="79B65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C" dirty="0"/>
                <a:t>* Lectura</a:t>
              </a:r>
            </a:p>
            <a:p>
              <a:pPr algn="ctr"/>
              <a:r>
                <a:rPr lang="es-EC" dirty="0"/>
                <a:t>* Resolver ejercicios</a:t>
              </a:r>
            </a:p>
          </p:txBody>
        </p:sp>
        <p:sp>
          <p:nvSpPr>
            <p:cNvPr id="10" name="Flecha doblada 9"/>
            <p:cNvSpPr/>
            <p:nvPr/>
          </p:nvSpPr>
          <p:spPr>
            <a:xfrm>
              <a:off x="3376613" y="1366837"/>
              <a:ext cx="1524000" cy="804865"/>
            </a:xfrm>
            <a:prstGeom prst="bentArrow">
              <a:avLst/>
            </a:prstGeom>
            <a:solidFill>
              <a:srgbClr val="272B7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solidFill>
                  <a:schemeClr val="tx1"/>
                </a:solidFill>
              </a:endParaRPr>
            </a:p>
          </p:txBody>
        </p:sp>
        <p:sp>
          <p:nvSpPr>
            <p:cNvPr id="11" name="Flecha doblada 10"/>
            <p:cNvSpPr/>
            <p:nvPr/>
          </p:nvSpPr>
          <p:spPr>
            <a:xfrm rot="5400000">
              <a:off x="7393187" y="920953"/>
              <a:ext cx="721519" cy="1779981"/>
            </a:xfrm>
            <a:prstGeom prst="bentArrow">
              <a:avLst/>
            </a:prstGeom>
            <a:solidFill>
              <a:srgbClr val="272B7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solidFill>
                  <a:schemeClr val="tx1"/>
                </a:solidFill>
              </a:endParaRPr>
            </a:p>
          </p:txBody>
        </p:sp>
        <p:sp>
          <p:nvSpPr>
            <p:cNvPr id="12" name="Flecha abajo 11"/>
            <p:cNvSpPr/>
            <p:nvPr/>
          </p:nvSpPr>
          <p:spPr>
            <a:xfrm>
              <a:off x="8443914" y="3436145"/>
              <a:ext cx="352424" cy="664369"/>
            </a:xfrm>
            <a:prstGeom prst="downArrow">
              <a:avLst/>
            </a:prstGeom>
            <a:solidFill>
              <a:srgbClr val="272B7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" name="Flecha arriba 12"/>
            <p:cNvSpPr/>
            <p:nvPr/>
          </p:nvSpPr>
          <p:spPr>
            <a:xfrm>
              <a:off x="3343275" y="3482578"/>
              <a:ext cx="342900" cy="571501"/>
            </a:xfrm>
            <a:prstGeom prst="upArrow">
              <a:avLst/>
            </a:prstGeom>
            <a:solidFill>
              <a:srgbClr val="272B7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4" name="Flecha doblada 13"/>
            <p:cNvSpPr/>
            <p:nvPr/>
          </p:nvSpPr>
          <p:spPr>
            <a:xfrm rot="10800000">
              <a:off x="7138988" y="5219700"/>
              <a:ext cx="1504947" cy="890586"/>
            </a:xfrm>
            <a:prstGeom prst="bentArrow">
              <a:avLst>
                <a:gd name="adj1" fmla="val 25000"/>
                <a:gd name="adj2" fmla="val 22778"/>
                <a:gd name="adj3" fmla="val 25000"/>
                <a:gd name="adj4" fmla="val 89722"/>
              </a:avLst>
            </a:prstGeom>
            <a:solidFill>
              <a:srgbClr val="272B7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solidFill>
                  <a:schemeClr val="tx1"/>
                </a:solidFill>
              </a:endParaRPr>
            </a:p>
          </p:txBody>
        </p:sp>
        <p:sp>
          <p:nvSpPr>
            <p:cNvPr id="16" name="Flecha doblada 15"/>
            <p:cNvSpPr/>
            <p:nvPr/>
          </p:nvSpPr>
          <p:spPr>
            <a:xfrm rot="16200000">
              <a:off x="3842745" y="4852393"/>
              <a:ext cx="710802" cy="1709737"/>
            </a:xfrm>
            <a:prstGeom prst="bentArrow">
              <a:avLst>
                <a:gd name="adj1" fmla="val 27010"/>
                <a:gd name="adj2" fmla="val 25000"/>
                <a:gd name="adj3" fmla="val 25000"/>
                <a:gd name="adj4" fmla="val 63851"/>
              </a:avLst>
            </a:prstGeom>
            <a:solidFill>
              <a:srgbClr val="272B7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ángulo 17"/>
          <p:cNvSpPr/>
          <p:nvPr/>
        </p:nvSpPr>
        <p:spPr>
          <a:xfrm>
            <a:off x="0" y="-14518"/>
            <a:ext cx="12192000" cy="1077218"/>
          </a:xfrm>
          <a:prstGeom prst="rect">
            <a:avLst/>
          </a:prstGeom>
          <a:solidFill>
            <a:srgbClr val="0069AF"/>
          </a:solidFill>
        </p:spPr>
        <p:txBody>
          <a:bodyPr wrap="square">
            <a:spAutoFit/>
          </a:bodyPr>
          <a:lstStyle/>
          <a:p>
            <a:pPr algn="ctr"/>
            <a:endParaRPr lang="es-EC" sz="32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s-EC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Planificar las actividades de cada sesión: antes, durante y </a:t>
            </a:r>
            <a:r>
              <a:rPr lang="es-EC" sz="32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despues</a:t>
            </a:r>
            <a:endParaRPr lang="es-EC" sz="32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Flecha: a la derecha con muesca 2"/>
          <p:cNvSpPr/>
          <p:nvPr/>
        </p:nvSpPr>
        <p:spPr>
          <a:xfrm>
            <a:off x="202967" y="1813292"/>
            <a:ext cx="4612988" cy="3725287"/>
          </a:xfrm>
          <a:prstGeom prst="notchedRightArrow">
            <a:avLst>
              <a:gd name="adj1" fmla="val 41862"/>
              <a:gd name="adj2" fmla="val 24490"/>
            </a:avLst>
          </a:prstGeom>
          <a:solidFill>
            <a:srgbClr val="D0E9F8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EC" sz="3200" b="1" dirty="0">
                <a:latin typeface="+mj-lt"/>
                <a:ea typeface="+mj-ea"/>
                <a:cs typeface="+mj-cs"/>
              </a:rPr>
              <a:t>¿Por qué hemos escogido enseñar de esta forma?</a:t>
            </a:r>
          </a:p>
        </p:txBody>
      </p:sp>
    </p:spTree>
    <p:extLst>
      <p:ext uri="{BB962C8B-B14F-4D97-AF65-F5344CB8AC3E}">
        <p14:creationId xmlns:p14="http://schemas.microsoft.com/office/powerpoint/2010/main" val="215158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/>
          <p:cNvSpPr/>
          <p:nvPr/>
        </p:nvSpPr>
        <p:spPr>
          <a:xfrm>
            <a:off x="0" y="-14518"/>
            <a:ext cx="12192000" cy="1077218"/>
          </a:xfrm>
          <a:prstGeom prst="rect">
            <a:avLst/>
          </a:prstGeom>
          <a:solidFill>
            <a:srgbClr val="0069AF"/>
          </a:solidFill>
        </p:spPr>
        <p:txBody>
          <a:bodyPr wrap="square">
            <a:spAutoFit/>
          </a:bodyPr>
          <a:lstStyle/>
          <a:p>
            <a:pPr algn="ctr"/>
            <a:endParaRPr lang="es-EC" sz="32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s-EC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Actividades pre </a:t>
            </a:r>
            <a:r>
              <a:rPr lang="es-EC" sz="32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y post clase</a:t>
            </a:r>
            <a:endParaRPr lang="es-EC" sz="32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n 2" descr="Diagrama, Texto&#10;&#10;Descripción generada automáticamente">
            <a:extLst>
              <a:ext uri="{FF2B5EF4-FFF2-40B4-BE49-F238E27FC236}">
                <a16:creationId xmlns:a16="http://schemas.microsoft.com/office/drawing/2014/main" id="{5C9F2995-F8DC-0B60-9242-7393AC6D3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3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E9639278-A480-84DD-EC2A-267E459ED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8" y="0"/>
            <a:ext cx="106808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4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35A02-E2BC-4951-A5BA-7B465395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706"/>
            <a:ext cx="12192000" cy="1325563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Tipos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>
                <a:solidFill>
                  <a:schemeClr val="bg1"/>
                </a:solidFill>
              </a:rPr>
              <a:t>Retroalimentación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D4DD17F-AE40-4B3E-98FE-94F69848C3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830784"/>
              </p:ext>
            </p:extLst>
          </p:nvPr>
        </p:nvGraphicFramePr>
        <p:xfrm>
          <a:off x="-164123" y="1477108"/>
          <a:ext cx="12192000" cy="5162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44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35A02-E2BC-4951-A5BA-7B465395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706"/>
            <a:ext cx="12192000" cy="1325563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 </a:t>
            </a:r>
            <a:r>
              <a:rPr lang="en-US" dirty="0" err="1">
                <a:solidFill>
                  <a:schemeClr val="bg1"/>
                </a:solidFill>
              </a:rPr>
              <a:t>principios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andragógicos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básicos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(Knowles et al., 2015, The adult learner)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D4DD17F-AE40-4B3E-98FE-94F69848C3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466411"/>
              </p:ext>
            </p:extLst>
          </p:nvPr>
        </p:nvGraphicFramePr>
        <p:xfrm>
          <a:off x="-164123" y="1477108"/>
          <a:ext cx="12192000" cy="5162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981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686C83-8C80-45B8-A042-5964519D46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>
                                            <p:graphicEl>
                                              <a:dgm id="{4E686C83-8C80-45B8-A042-5964519D46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graphicEl>
                                              <a:dgm id="{4E686C83-8C80-45B8-A042-5964519D46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graphicEl>
                                              <a:dgm id="{4E686C83-8C80-45B8-A042-5964519D46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D607FC-A649-4800-A701-5F7F4E11D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">
                                            <p:graphicEl>
                                              <a:dgm id="{96D607FC-A649-4800-A701-5F7F4E11DA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>
                                            <p:graphicEl>
                                              <a:dgm id="{96D607FC-A649-4800-A701-5F7F4E11D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graphicEl>
                                              <a:dgm id="{96D607FC-A649-4800-A701-5F7F4E11D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A2A70E-9117-45D3-B302-C3BD5B2F3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">
                                            <p:graphicEl>
                                              <a:dgm id="{70A2A70E-9117-45D3-B302-C3BD5B2F3D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">
                                            <p:graphicEl>
                                              <a:dgm id="{70A2A70E-9117-45D3-B302-C3BD5B2F3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">
                                            <p:graphicEl>
                                              <a:dgm id="{70A2A70E-9117-45D3-B302-C3BD5B2F3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DB7BDA2-66E1-4ED8-8180-0A1F83C4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graphicEl>
                                              <a:dgm id="{DDB7BDA2-66E1-4ED8-8180-0A1F83C415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graphicEl>
                                              <a:dgm id="{DDB7BDA2-66E1-4ED8-8180-0A1F83C4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graphicEl>
                                              <a:dgm id="{DDB7BDA2-66E1-4ED8-8180-0A1F83C4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35A02-E2BC-4951-A5BA-7B465395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706"/>
            <a:ext cx="12192000" cy="1325563"/>
          </a:xfrm>
          <a:solidFill>
            <a:schemeClr val="accent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 preguntas que </a:t>
            </a:r>
            <a:r>
              <a:rPr lang="en-US" dirty="0" err="1">
                <a:solidFill>
                  <a:schemeClr val="bg1"/>
                </a:solidFill>
              </a:rPr>
              <a:t>todo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aprendiz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debe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plantearse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(Ambrose et al., 2010, How learning work)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D4DD17F-AE40-4B3E-98FE-94F69848C33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164123" y="1477108"/>
          <a:ext cx="12192000" cy="5162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910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graphicEl>
                                              <a:dgm id="{B11BF638-B6AA-4CE8-BB77-1B4BF97390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graphicEl>
                                              <a:dgm id="{BC65C282-308B-4CF7-A86B-665642833D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graphicEl>
                                              <a:dgm id="{0F531BE5-8DE2-4A0D-8B5E-58CFD5EBA5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graphicEl>
                                              <a:dgm id="{9A165DFA-E45E-4295-B515-7A8E544149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graphicEl>
                                              <a:dgm id="{A8FAA284-9522-4C69-B405-532F3829E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graphicEl>
                                              <a:dgm id="{EB6367E0-400B-4FCE-925F-C6E19DBCB4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graphicEl>
                                              <a:dgm id="{C4982E82-3025-4BAB-A045-B5B3E6B1C3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graphicEl>
                                              <a:dgm id="{EA1C654E-68E1-4687-8E32-A56B5CC478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graphicEl>
                                              <a:dgm id="{53A0E4C2-A0B8-4908-9C10-0A18DEB3F9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686C83-8C80-45B8-A042-5964519D46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>
                                            <p:graphicEl>
                                              <a:dgm id="{4E686C83-8C80-45B8-A042-5964519D46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graphicEl>
                                              <a:dgm id="{4E686C83-8C80-45B8-A042-5964519D46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graphicEl>
                                              <a:dgm id="{4E686C83-8C80-45B8-A042-5964519D46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D607FC-A649-4800-A701-5F7F4E11D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">
                                            <p:graphicEl>
                                              <a:dgm id="{96D607FC-A649-4800-A701-5F7F4E11DA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>
                                            <p:graphicEl>
                                              <a:dgm id="{96D607FC-A649-4800-A701-5F7F4E11D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graphicEl>
                                              <a:dgm id="{96D607FC-A649-4800-A701-5F7F4E11DA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0A2A70E-9117-45D3-B302-C3BD5B2F3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">
                                            <p:graphicEl>
                                              <a:dgm id="{70A2A70E-9117-45D3-B302-C3BD5B2F3D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">
                                            <p:graphicEl>
                                              <a:dgm id="{70A2A70E-9117-45D3-B302-C3BD5B2F3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">
                                            <p:graphicEl>
                                              <a:dgm id="{70A2A70E-9117-45D3-B302-C3BD5B2F3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DB7BDA2-66E1-4ED8-8180-0A1F83C4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>
                                            <p:graphicEl>
                                              <a:dgm id="{DDB7BDA2-66E1-4ED8-8180-0A1F83C415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>
                                            <p:graphicEl>
                                              <a:dgm id="{DDB7BDA2-66E1-4ED8-8180-0A1F83C4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graphicEl>
                                              <a:dgm id="{DDB7BDA2-66E1-4ED8-8180-0A1F83C4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0A0571E-88D0-40AE-AC9A-36E034AF1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">
                                            <p:graphicEl>
                                              <a:dgm id="{50A0571E-88D0-40AE-AC9A-36E034AF16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graphicEl>
                                              <a:dgm id="{50A0571E-88D0-40AE-AC9A-36E034AF1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graphicEl>
                                              <a:dgm id="{50A0571E-88D0-40AE-AC9A-36E034AF1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BB255C9-6853-482E-88A1-45383C931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">
                                            <p:graphicEl>
                                              <a:dgm id="{8BB255C9-6853-482E-88A1-45383C931D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>
                                            <p:graphicEl>
                                              <a:dgm id="{8BB255C9-6853-482E-88A1-45383C931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>
                                            <p:graphicEl>
                                              <a:dgm id="{8BB255C9-6853-482E-88A1-45383C931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187"/>
            <a:ext cx="12192000" cy="1325563"/>
          </a:xfrm>
          <a:solidFill>
            <a:srgbClr val="0069AF"/>
          </a:solidFill>
        </p:spPr>
        <p:txBody>
          <a:bodyPr>
            <a:normAutofit/>
          </a:bodyPr>
          <a:lstStyle/>
          <a:p>
            <a:pPr algn="ctr"/>
            <a:r>
              <a:rPr lang="es-EC" dirty="0">
                <a:solidFill>
                  <a:schemeClr val="bg1"/>
                </a:solidFill>
              </a:rPr>
              <a:t>En resumen ¿qué beneficios produce un curso que ha experimentado innovación educativa?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3CAAE7C-78C4-4656-9F34-A46CC7A84A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3307198"/>
              </p:ext>
            </p:extLst>
          </p:nvPr>
        </p:nvGraphicFramePr>
        <p:xfrm>
          <a:off x="536331" y="1783421"/>
          <a:ext cx="11119338" cy="4532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122" name="Picture 2" descr="Resultado de imagen para estudiantes trabajando en grupo">
            <a:extLst>
              <a:ext uri="{FF2B5EF4-FFF2-40B4-BE49-F238E27FC236}">
                <a16:creationId xmlns:a16="http://schemas.microsoft.com/office/drawing/2014/main" id="{1301EF5D-19F0-4E35-9851-C05A2120B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543" y="3918868"/>
            <a:ext cx="2102104" cy="2102104"/>
          </a:xfrm>
          <a:prstGeom prst="diamon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esultado de imagen para estudiantes trabajando en grupo">
            <a:extLst>
              <a:ext uri="{FF2B5EF4-FFF2-40B4-BE49-F238E27FC236}">
                <a16:creationId xmlns:a16="http://schemas.microsoft.com/office/drawing/2014/main" id="{A65F6D71-694B-4307-8D8D-7BA31008E7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7" r="14259"/>
          <a:stretch/>
        </p:blipFill>
        <p:spPr bwMode="auto">
          <a:xfrm>
            <a:off x="9553565" y="4049907"/>
            <a:ext cx="2102104" cy="1971065"/>
          </a:xfrm>
          <a:prstGeom prst="diamon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esultado de imagen para estudiantes trabajando en grupo">
            <a:extLst>
              <a:ext uri="{FF2B5EF4-FFF2-40B4-BE49-F238E27FC236}">
                <a16:creationId xmlns:a16="http://schemas.microsoft.com/office/drawing/2014/main" id="{F74FE01C-4601-46F3-9BEA-BDCE4BE44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31" y="3911273"/>
            <a:ext cx="2161264" cy="2109699"/>
          </a:xfrm>
          <a:prstGeom prst="diamon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esultado de imagen para estudiantes pensando">
            <a:extLst>
              <a:ext uri="{FF2B5EF4-FFF2-40B4-BE49-F238E27FC236}">
                <a16:creationId xmlns:a16="http://schemas.microsoft.com/office/drawing/2014/main" id="{FCCE5477-FD4B-4FFA-BB7F-8A7A659EF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594" y="3911272"/>
            <a:ext cx="2102103" cy="2102103"/>
          </a:xfrm>
          <a:prstGeom prst="diamon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Resultado de imagen para estudiantes autodidactas">
            <a:extLst>
              <a:ext uri="{FF2B5EF4-FFF2-40B4-BE49-F238E27FC236}">
                <a16:creationId xmlns:a16="http://schemas.microsoft.com/office/drawing/2014/main" id="{5000D632-5751-470B-A663-09E13B7A34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0" t="3701" r="13348" b="1643"/>
          <a:stretch/>
        </p:blipFill>
        <p:spPr bwMode="auto">
          <a:xfrm>
            <a:off x="7296893" y="4063975"/>
            <a:ext cx="2114017" cy="1867773"/>
          </a:xfrm>
          <a:prstGeom prst="diamon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36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B25BF67-E283-4A00-A185-05973D14E2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DB25BF67-E283-4A00-A185-05973D14E2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DB25BF67-E283-4A00-A185-05973D14E2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1149D8B-A4CA-40C9-BDA1-005081E3E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graphicEl>
                                              <a:dgm id="{61149D8B-A4CA-40C9-BDA1-005081E3E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61149D8B-A4CA-40C9-BDA1-005081E3E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E916E1-6410-4804-B51A-1C8CFE4E35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graphicEl>
                                              <a:dgm id="{FCE916E1-6410-4804-B51A-1C8CFE4E35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graphicEl>
                                              <a:dgm id="{FCE916E1-6410-4804-B51A-1C8CFE4E35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FD38096-A5CF-4C8D-B527-CDC62F11B8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3FD38096-A5CF-4C8D-B527-CDC62F11B8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3FD38096-A5CF-4C8D-B527-CDC62F11B8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682DA7A-98AF-4C9A-9A65-E99FD8D757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graphicEl>
                                              <a:dgm id="{7682DA7A-98AF-4C9A-9A65-E99FD8D757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graphicEl>
                                              <a:dgm id="{7682DA7A-98AF-4C9A-9A65-E99FD8D757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644</TotalTime>
  <Words>318</Words>
  <Application>Microsoft Office PowerPoint</Application>
  <PresentationFormat>Panorámica</PresentationFormat>
  <Paragraphs>61</Paragraphs>
  <Slides>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Presentación del curso de Física Mecánica: Usando metodología de enseñanza-aprendizaje (PIA)</vt:lpstr>
      <vt:lpstr>¿Qué significa PIA?</vt:lpstr>
      <vt:lpstr>ACCIÓN</vt:lpstr>
      <vt:lpstr>Presentación de PowerPoint</vt:lpstr>
      <vt:lpstr>Presentación de PowerPoint</vt:lpstr>
      <vt:lpstr>Tipos de Retroalimentación</vt:lpstr>
      <vt:lpstr>6 principios andragógicos básicos (Knowles et al., 2015, The adult learner)</vt:lpstr>
      <vt:lpstr>7 preguntas que todo aprendiz debe plantearse (Ambrose et al., 2010, How learning work)</vt:lpstr>
      <vt:lpstr>En resumen ¿qué beneficios produce un curso que ha experimentado innovación educativa?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del curso de Física I: Usando metodología de aprendizaje activo (PIA)</dc:title>
  <dc:creator>Estefanía Ulloa Acosta</dc:creator>
  <cp:lastModifiedBy>Dick Rolando Zambrano Salinas</cp:lastModifiedBy>
  <cp:revision>39</cp:revision>
  <dcterms:created xsi:type="dcterms:W3CDTF">2019-05-11T18:17:23Z</dcterms:created>
  <dcterms:modified xsi:type="dcterms:W3CDTF">2023-09-25T12:39:56Z</dcterms:modified>
</cp:coreProperties>
</file>